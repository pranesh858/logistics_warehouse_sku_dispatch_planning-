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7" r:id="rId3"/>
    <p:sldId id="259" r:id="rId4"/>
    <p:sldId id="256" r:id="rId5"/>
    <p:sldId id="268" r:id="rId6"/>
    <p:sldId id="269" r:id="rId7"/>
    <p:sldId id="270" r:id="rId8"/>
    <p:sldId id="271" r:id="rId9"/>
    <p:sldId id="272" r:id="rId10"/>
    <p:sldId id="273" r:id="rId11"/>
    <p:sldId id="274" r:id="rId12"/>
    <p:sldId id="275" r:id="rId13"/>
    <p:sldId id="260" r:id="rId14"/>
    <p:sldId id="261" r:id="rId15"/>
    <p:sldId id="262" r:id="rId16"/>
    <p:sldId id="263" r:id="rId17"/>
    <p:sldId id="267" r:id="rId18"/>
    <p:sldId id="264" r:id="rId19"/>
    <p:sldId id="265" r:id="rId20"/>
    <p:sldId id="266" r:id="rId21"/>
    <p:sldId id="276" r:id="rId22"/>
    <p:sldId id="277" r:id="rId23"/>
    <p:sldId id="278" r:id="rId24"/>
    <p:sldId id="279" r:id="rId25"/>
    <p:sldId id="280" r:id="rId26"/>
    <p:sldId id="281"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167220-8A42-4537-AF6D-E1524F93B8BA}" v="18" dt="2026-09-22T06:50:59.78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57" d="100"/>
          <a:sy n="57" d="100"/>
        </p:scale>
        <p:origin x="629"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ganya Sri" userId="6bacf9420fa936ea" providerId="LiveId" clId="{233778E4-0446-4BF7-8F8F-885BF9374718}"/>
    <pc:docChg chg="undo custSel addSld delSld modSld">
      <pc:chgData name="Suganya Sri" userId="6bacf9420fa936ea" providerId="LiveId" clId="{233778E4-0446-4BF7-8F8F-885BF9374718}" dt="2026-09-22T06:53:18.024" v="455" actId="255"/>
      <pc:docMkLst>
        <pc:docMk/>
      </pc:docMkLst>
      <pc:sldChg chg="modSp mod">
        <pc:chgData name="Suganya Sri" userId="6bacf9420fa936ea" providerId="LiveId" clId="{233778E4-0446-4BF7-8F8F-885BF9374718}" dt="2026-09-22T04:20:18.586" v="212" actId="20577"/>
        <pc:sldMkLst>
          <pc:docMk/>
          <pc:sldMk cId="3948281412" sldId="261"/>
        </pc:sldMkLst>
        <pc:spChg chg="mod">
          <ac:chgData name="Suganya Sri" userId="6bacf9420fa936ea" providerId="LiveId" clId="{233778E4-0446-4BF7-8F8F-885BF9374718}" dt="2026-09-22T04:20:18.586" v="212" actId="20577"/>
          <ac:spMkLst>
            <pc:docMk/>
            <pc:sldMk cId="3948281412" sldId="261"/>
            <ac:spMk id="5" creationId="{CC20F92D-B744-7E91-8CC2-96AE55E60574}"/>
          </ac:spMkLst>
        </pc:spChg>
      </pc:sldChg>
      <pc:sldChg chg="addSp delSp modSp new mod">
        <pc:chgData name="Suganya Sri" userId="6bacf9420fa936ea" providerId="LiveId" clId="{233778E4-0446-4BF7-8F8F-885BF9374718}" dt="2026-09-21T13:20:39.181" v="34" actId="14100"/>
        <pc:sldMkLst>
          <pc:docMk/>
          <pc:sldMk cId="3518652110" sldId="262"/>
        </pc:sldMkLst>
        <pc:spChg chg="del">
          <ac:chgData name="Suganya Sri" userId="6bacf9420fa936ea" providerId="LiveId" clId="{233778E4-0446-4BF7-8F8F-885BF9374718}" dt="2026-09-21T12:58:22.317" v="1" actId="478"/>
          <ac:spMkLst>
            <pc:docMk/>
            <pc:sldMk cId="3518652110" sldId="262"/>
            <ac:spMk id="2" creationId="{1F56AB64-4B61-D66C-62CB-EACC7548A551}"/>
          </ac:spMkLst>
        </pc:spChg>
        <pc:spChg chg="del">
          <ac:chgData name="Suganya Sri" userId="6bacf9420fa936ea" providerId="LiveId" clId="{233778E4-0446-4BF7-8F8F-885BF9374718}" dt="2026-09-21T12:58:26.114" v="2" actId="478"/>
          <ac:spMkLst>
            <pc:docMk/>
            <pc:sldMk cId="3518652110" sldId="262"/>
            <ac:spMk id="3" creationId="{8F36D777-32F3-FAC4-E447-6C8CFDE98FDF}"/>
          </ac:spMkLst>
        </pc:spChg>
        <pc:spChg chg="add">
          <ac:chgData name="Suganya Sri" userId="6bacf9420fa936ea" providerId="LiveId" clId="{233778E4-0446-4BF7-8F8F-885BF9374718}" dt="2026-09-21T12:58:53.693" v="4"/>
          <ac:spMkLst>
            <pc:docMk/>
            <pc:sldMk cId="3518652110" sldId="262"/>
            <ac:spMk id="6" creationId="{3292E568-605D-E616-7689-D78D7D183228}"/>
          </ac:spMkLst>
        </pc:spChg>
        <pc:spChg chg="add mod">
          <ac:chgData name="Suganya Sri" userId="6bacf9420fa936ea" providerId="LiveId" clId="{233778E4-0446-4BF7-8F8F-885BF9374718}" dt="2026-09-21T13:20:13.200" v="29" actId="20577"/>
          <ac:spMkLst>
            <pc:docMk/>
            <pc:sldMk cId="3518652110" sldId="262"/>
            <ac:spMk id="8" creationId="{A0329EA8-A463-35B7-D2C8-EF8251F146A5}"/>
          </ac:spMkLst>
        </pc:spChg>
        <pc:graphicFrameChg chg="add del mod modGraphic">
          <ac:chgData name="Suganya Sri" userId="6bacf9420fa936ea" providerId="LiveId" clId="{233778E4-0446-4BF7-8F8F-885BF9374718}" dt="2026-09-21T12:59:36.885" v="7" actId="478"/>
          <ac:graphicFrameMkLst>
            <pc:docMk/>
            <pc:sldMk cId="3518652110" sldId="262"/>
            <ac:graphicFrameMk id="4" creationId="{C596EEDC-0ADB-8801-909D-E06B1A2405DC}"/>
          </ac:graphicFrameMkLst>
        </pc:graphicFrameChg>
        <pc:graphicFrameChg chg="add mod modGraphic">
          <ac:chgData name="Suganya Sri" userId="6bacf9420fa936ea" providerId="LiveId" clId="{233778E4-0446-4BF7-8F8F-885BF9374718}" dt="2026-09-21T13:20:39.181" v="34" actId="14100"/>
          <ac:graphicFrameMkLst>
            <pc:docMk/>
            <pc:sldMk cId="3518652110" sldId="262"/>
            <ac:graphicFrameMk id="9" creationId="{9E427484-AA7D-40CC-B23E-EF1FD47F2C25}"/>
          </ac:graphicFrameMkLst>
        </pc:graphicFrameChg>
      </pc:sldChg>
      <pc:sldChg chg="addSp delSp modSp new mod">
        <pc:chgData name="Suganya Sri" userId="6bacf9420fa936ea" providerId="LiveId" clId="{233778E4-0446-4BF7-8F8F-885BF9374718}" dt="2026-09-21T13:19:42.930" v="28" actId="14100"/>
        <pc:sldMkLst>
          <pc:docMk/>
          <pc:sldMk cId="405284005" sldId="263"/>
        </pc:sldMkLst>
        <pc:spChg chg="del">
          <ac:chgData name="Suganya Sri" userId="6bacf9420fa936ea" providerId="LiveId" clId="{233778E4-0446-4BF7-8F8F-885BF9374718}" dt="2026-09-21T13:10:40.311" v="18" actId="478"/>
          <ac:spMkLst>
            <pc:docMk/>
            <pc:sldMk cId="405284005" sldId="263"/>
            <ac:spMk id="2" creationId="{6ADDFBFC-FD8A-2738-9B7A-7D8F87EB34F6}"/>
          </ac:spMkLst>
        </pc:spChg>
        <pc:spChg chg="del">
          <ac:chgData name="Suganya Sri" userId="6bacf9420fa936ea" providerId="LiveId" clId="{233778E4-0446-4BF7-8F8F-885BF9374718}" dt="2026-09-21T13:10:44.984" v="19" actId="478"/>
          <ac:spMkLst>
            <pc:docMk/>
            <pc:sldMk cId="405284005" sldId="263"/>
            <ac:spMk id="3" creationId="{3EB99D5D-1B1B-5A88-F95C-7646F6EC4AE1}"/>
          </ac:spMkLst>
        </pc:spChg>
        <pc:spChg chg="add del mod">
          <ac:chgData name="Suganya Sri" userId="6bacf9420fa936ea" providerId="LiveId" clId="{233778E4-0446-4BF7-8F8F-885BF9374718}" dt="2026-09-21T13:10:57.599" v="23" actId="478"/>
          <ac:spMkLst>
            <pc:docMk/>
            <pc:sldMk cId="405284005" sldId="263"/>
            <ac:spMk id="5" creationId="{7EC93F1A-8766-E3FE-D1F4-35C700156E76}"/>
          </ac:spMkLst>
        </pc:spChg>
        <pc:picChg chg="add mod">
          <ac:chgData name="Suganya Sri" userId="6bacf9420fa936ea" providerId="LiveId" clId="{233778E4-0446-4BF7-8F8F-885BF9374718}" dt="2026-09-21T13:19:42.930" v="28" actId="14100"/>
          <ac:picMkLst>
            <pc:docMk/>
            <pc:sldMk cId="405284005" sldId="263"/>
            <ac:picMk id="6" creationId="{68172501-CD34-95C5-C1DD-BD5E3D5BC762}"/>
          </ac:picMkLst>
        </pc:picChg>
      </pc:sldChg>
      <pc:sldChg chg="addSp delSp modSp new mod">
        <pc:chgData name="Suganya Sri" userId="6bacf9420fa936ea" providerId="LiveId" clId="{233778E4-0446-4BF7-8F8F-885BF9374718}" dt="2026-09-21T13:44:44.514" v="41" actId="255"/>
        <pc:sldMkLst>
          <pc:docMk/>
          <pc:sldMk cId="1581391521" sldId="264"/>
        </pc:sldMkLst>
        <pc:spChg chg="del">
          <ac:chgData name="Suganya Sri" userId="6bacf9420fa936ea" providerId="LiveId" clId="{233778E4-0446-4BF7-8F8F-885BF9374718}" dt="2026-09-21T13:43:49.364" v="36" actId="478"/>
          <ac:spMkLst>
            <pc:docMk/>
            <pc:sldMk cId="1581391521" sldId="264"/>
            <ac:spMk id="2" creationId="{ACDAEB0D-37F9-2DC1-928E-7267D3083B83}"/>
          </ac:spMkLst>
        </pc:spChg>
        <pc:spChg chg="del">
          <ac:chgData name="Suganya Sri" userId="6bacf9420fa936ea" providerId="LiveId" clId="{233778E4-0446-4BF7-8F8F-885BF9374718}" dt="2026-09-21T13:43:56.310" v="37" actId="478"/>
          <ac:spMkLst>
            <pc:docMk/>
            <pc:sldMk cId="1581391521" sldId="264"/>
            <ac:spMk id="3" creationId="{1275E043-ABE2-68B1-FC64-9268C2666FAD}"/>
          </ac:spMkLst>
        </pc:spChg>
        <pc:spChg chg="add mod">
          <ac:chgData name="Suganya Sri" userId="6bacf9420fa936ea" providerId="LiveId" clId="{233778E4-0446-4BF7-8F8F-885BF9374718}" dt="2026-09-21T13:44:44.514" v="41" actId="255"/>
          <ac:spMkLst>
            <pc:docMk/>
            <pc:sldMk cId="1581391521" sldId="264"/>
            <ac:spMk id="5" creationId="{2D4A2C73-DC37-FA24-603C-97122F266F09}"/>
          </ac:spMkLst>
        </pc:spChg>
      </pc:sldChg>
      <pc:sldChg chg="addSp delSp modSp new mod">
        <pc:chgData name="Suganya Sri" userId="6bacf9420fa936ea" providerId="LiveId" clId="{233778E4-0446-4BF7-8F8F-885BF9374718}" dt="2026-09-21T13:46:39.870" v="54" actId="207"/>
        <pc:sldMkLst>
          <pc:docMk/>
          <pc:sldMk cId="978662539" sldId="265"/>
        </pc:sldMkLst>
        <pc:spChg chg="del">
          <ac:chgData name="Suganya Sri" userId="6bacf9420fa936ea" providerId="LiveId" clId="{233778E4-0446-4BF7-8F8F-885BF9374718}" dt="2026-09-21T13:45:33.830" v="43" actId="478"/>
          <ac:spMkLst>
            <pc:docMk/>
            <pc:sldMk cId="978662539" sldId="265"/>
            <ac:spMk id="2" creationId="{DC94D84F-736F-28E8-ABF8-E32C224B7CC8}"/>
          </ac:spMkLst>
        </pc:spChg>
        <pc:spChg chg="del">
          <ac:chgData name="Suganya Sri" userId="6bacf9420fa936ea" providerId="LiveId" clId="{233778E4-0446-4BF7-8F8F-885BF9374718}" dt="2026-09-21T13:45:39.047" v="44" actId="478"/>
          <ac:spMkLst>
            <pc:docMk/>
            <pc:sldMk cId="978662539" sldId="265"/>
            <ac:spMk id="3" creationId="{6FDCA09C-689A-3887-1AA4-D699D939CEFB}"/>
          </ac:spMkLst>
        </pc:spChg>
        <pc:spChg chg="add mod">
          <ac:chgData name="Suganya Sri" userId="6bacf9420fa936ea" providerId="LiveId" clId="{233778E4-0446-4BF7-8F8F-885BF9374718}" dt="2026-09-21T13:46:39.870" v="54" actId="207"/>
          <ac:spMkLst>
            <pc:docMk/>
            <pc:sldMk cId="978662539" sldId="265"/>
            <ac:spMk id="5" creationId="{ABAF8E3D-3DF6-DB92-CDD2-850E8DCA27C6}"/>
          </ac:spMkLst>
        </pc:spChg>
      </pc:sldChg>
      <pc:sldChg chg="addSp delSp modSp new mod">
        <pc:chgData name="Suganya Sri" userId="6bacf9420fa936ea" providerId="LiveId" clId="{233778E4-0446-4BF7-8F8F-885BF9374718}" dt="2026-09-22T04:29:18.971" v="277" actId="14100"/>
        <pc:sldMkLst>
          <pc:docMk/>
          <pc:sldMk cId="2856198270" sldId="266"/>
        </pc:sldMkLst>
        <pc:spChg chg="mod">
          <ac:chgData name="Suganya Sri" userId="6bacf9420fa936ea" providerId="LiveId" clId="{233778E4-0446-4BF7-8F8F-885BF9374718}" dt="2026-09-22T04:28:50.566" v="274" actId="20577"/>
          <ac:spMkLst>
            <pc:docMk/>
            <pc:sldMk cId="2856198270" sldId="266"/>
            <ac:spMk id="2" creationId="{ED6CA7B0-6959-03E2-12CE-85A54B47C657}"/>
          </ac:spMkLst>
        </pc:spChg>
        <pc:spChg chg="del">
          <ac:chgData name="Suganya Sri" userId="6bacf9420fa936ea" providerId="LiveId" clId="{233778E4-0446-4BF7-8F8F-885BF9374718}" dt="2026-09-21T13:48:07.976" v="61" actId="478"/>
          <ac:spMkLst>
            <pc:docMk/>
            <pc:sldMk cId="2856198270" sldId="266"/>
            <ac:spMk id="3" creationId="{F8173565-2C6D-B22B-0B9D-8004F0C2BA03}"/>
          </ac:spMkLst>
        </pc:spChg>
        <pc:picChg chg="add mod">
          <ac:chgData name="Suganya Sri" userId="6bacf9420fa936ea" providerId="LiveId" clId="{233778E4-0446-4BF7-8F8F-885BF9374718}" dt="2026-09-22T04:29:18.971" v="277" actId="14100"/>
          <ac:picMkLst>
            <pc:docMk/>
            <pc:sldMk cId="2856198270" sldId="266"/>
            <ac:picMk id="3" creationId="{B63427F3-9B19-BA04-6650-40BBB1002CA3}"/>
          </ac:picMkLst>
        </pc:picChg>
      </pc:sldChg>
      <pc:sldChg chg="addSp delSp modSp new mod">
        <pc:chgData name="Suganya Sri" userId="6bacf9420fa936ea" providerId="LiveId" clId="{233778E4-0446-4BF7-8F8F-885BF9374718}" dt="2026-09-22T04:24:41.971" v="222" actId="1036"/>
        <pc:sldMkLst>
          <pc:docMk/>
          <pc:sldMk cId="3083870069" sldId="267"/>
        </pc:sldMkLst>
        <pc:spChg chg="del">
          <ac:chgData name="Suganya Sri" userId="6bacf9420fa936ea" providerId="LiveId" clId="{233778E4-0446-4BF7-8F8F-885BF9374718}" dt="2026-09-21T13:52:40.678" v="63" actId="478"/>
          <ac:spMkLst>
            <pc:docMk/>
            <pc:sldMk cId="3083870069" sldId="267"/>
            <ac:spMk id="2" creationId="{0AD72DB1-D94A-AEE1-FF0B-33A3F906455B}"/>
          </ac:spMkLst>
        </pc:spChg>
        <pc:spChg chg="del">
          <ac:chgData name="Suganya Sri" userId="6bacf9420fa936ea" providerId="LiveId" clId="{233778E4-0446-4BF7-8F8F-885BF9374718}" dt="2026-09-21T13:52:44.622" v="64" actId="478"/>
          <ac:spMkLst>
            <pc:docMk/>
            <pc:sldMk cId="3083870069" sldId="267"/>
            <ac:spMk id="3" creationId="{CDA0A5F8-F932-0F01-4EBF-9EA16BF27F18}"/>
          </ac:spMkLst>
        </pc:spChg>
        <pc:spChg chg="add del">
          <ac:chgData name="Suganya Sri" userId="6bacf9420fa936ea" providerId="LiveId" clId="{233778E4-0446-4BF7-8F8F-885BF9374718}" dt="2026-09-21T13:52:55.264" v="66" actId="478"/>
          <ac:spMkLst>
            <pc:docMk/>
            <pc:sldMk cId="3083870069" sldId="267"/>
            <ac:spMk id="5" creationId="{4F63D5DF-ADDB-4DE9-F2DE-93B3041968F5}"/>
          </ac:spMkLst>
        </pc:spChg>
        <pc:picChg chg="add mod">
          <ac:chgData name="Suganya Sri" userId="6bacf9420fa936ea" providerId="LiveId" clId="{233778E4-0446-4BF7-8F8F-885BF9374718}" dt="2026-09-22T04:24:41.971" v="222" actId="1036"/>
          <ac:picMkLst>
            <pc:docMk/>
            <pc:sldMk cId="3083870069" sldId="267"/>
            <ac:picMk id="2" creationId="{6514930D-47D4-F007-9CFA-340296FC7400}"/>
          </ac:picMkLst>
        </pc:picChg>
      </pc:sldChg>
      <pc:sldChg chg="addSp delSp modSp new mod">
        <pc:chgData name="Suganya Sri" userId="6bacf9420fa936ea" providerId="LiveId" clId="{233778E4-0446-4BF7-8F8F-885BF9374718}" dt="2026-09-22T03:45:46.211" v="71" actId="14100"/>
        <pc:sldMkLst>
          <pc:docMk/>
          <pc:sldMk cId="3411922236" sldId="268"/>
        </pc:sldMkLst>
        <pc:spChg chg="del">
          <ac:chgData name="Suganya Sri" userId="6bacf9420fa936ea" providerId="LiveId" clId="{233778E4-0446-4BF7-8F8F-885BF9374718}" dt="2026-09-22T03:42:41.907" v="68" actId="478"/>
          <ac:spMkLst>
            <pc:docMk/>
            <pc:sldMk cId="3411922236" sldId="268"/>
            <ac:spMk id="2" creationId="{2B2F2ED2-6355-4594-9C93-BA6D902AA84B}"/>
          </ac:spMkLst>
        </pc:spChg>
        <pc:spChg chg="del">
          <ac:chgData name="Suganya Sri" userId="6bacf9420fa936ea" providerId="LiveId" clId="{233778E4-0446-4BF7-8F8F-885BF9374718}" dt="2026-09-22T03:42:45.848" v="69" actId="478"/>
          <ac:spMkLst>
            <pc:docMk/>
            <pc:sldMk cId="3411922236" sldId="268"/>
            <ac:spMk id="3" creationId="{E53B22DA-657B-07F6-1E81-7B8A4E67775B}"/>
          </ac:spMkLst>
        </pc:spChg>
        <pc:picChg chg="add mod">
          <ac:chgData name="Suganya Sri" userId="6bacf9420fa936ea" providerId="LiveId" clId="{233778E4-0446-4BF7-8F8F-885BF9374718}" dt="2026-09-22T03:45:46.211" v="71" actId="14100"/>
          <ac:picMkLst>
            <pc:docMk/>
            <pc:sldMk cId="3411922236" sldId="268"/>
            <ac:picMk id="4" creationId="{FA8CBE55-30CE-6556-974A-63CCCAC03D45}"/>
          </ac:picMkLst>
        </pc:picChg>
      </pc:sldChg>
      <pc:sldChg chg="addSp delSp modSp new mod">
        <pc:chgData name="Suganya Sri" userId="6bacf9420fa936ea" providerId="LiveId" clId="{233778E4-0446-4BF7-8F8F-885BF9374718}" dt="2026-09-22T03:51:25.665" v="101" actId="20577"/>
        <pc:sldMkLst>
          <pc:docMk/>
          <pc:sldMk cId="2498272900" sldId="269"/>
        </pc:sldMkLst>
        <pc:spChg chg="del">
          <ac:chgData name="Suganya Sri" userId="6bacf9420fa936ea" providerId="LiveId" clId="{233778E4-0446-4BF7-8F8F-885BF9374718}" dt="2026-09-22T03:47:02.794" v="73" actId="478"/>
          <ac:spMkLst>
            <pc:docMk/>
            <pc:sldMk cId="2498272900" sldId="269"/>
            <ac:spMk id="2" creationId="{6000C938-0342-43D9-2F6B-FC9931816C5A}"/>
          </ac:spMkLst>
        </pc:spChg>
        <pc:spChg chg="del">
          <ac:chgData name="Suganya Sri" userId="6bacf9420fa936ea" providerId="LiveId" clId="{233778E4-0446-4BF7-8F8F-885BF9374718}" dt="2026-09-22T03:47:07.049" v="74" actId="478"/>
          <ac:spMkLst>
            <pc:docMk/>
            <pc:sldMk cId="2498272900" sldId="269"/>
            <ac:spMk id="3" creationId="{1FD787F4-F3B4-5382-9A08-1A1AE059C0E9}"/>
          </ac:spMkLst>
        </pc:spChg>
        <pc:spChg chg="add mod">
          <ac:chgData name="Suganya Sri" userId="6bacf9420fa936ea" providerId="LiveId" clId="{233778E4-0446-4BF7-8F8F-885BF9374718}" dt="2026-09-22T03:51:25.665" v="101" actId="20577"/>
          <ac:spMkLst>
            <pc:docMk/>
            <pc:sldMk cId="2498272900" sldId="269"/>
            <ac:spMk id="5" creationId="{ADE50430-4322-B027-6225-770CA7A8F98A}"/>
          </ac:spMkLst>
        </pc:spChg>
      </pc:sldChg>
      <pc:sldChg chg="addSp delSp new mod">
        <pc:chgData name="Suganya Sri" userId="6bacf9420fa936ea" providerId="LiveId" clId="{233778E4-0446-4BF7-8F8F-885BF9374718}" dt="2026-09-22T03:53:05.391" v="106"/>
        <pc:sldMkLst>
          <pc:docMk/>
          <pc:sldMk cId="1745383970" sldId="270"/>
        </pc:sldMkLst>
        <pc:spChg chg="del">
          <ac:chgData name="Suganya Sri" userId="6bacf9420fa936ea" providerId="LiveId" clId="{233778E4-0446-4BF7-8F8F-885BF9374718}" dt="2026-09-22T03:51:39.700" v="103" actId="478"/>
          <ac:spMkLst>
            <pc:docMk/>
            <pc:sldMk cId="1745383970" sldId="270"/>
            <ac:spMk id="2" creationId="{835459BE-4036-DB09-011E-066B9E8F6B07}"/>
          </ac:spMkLst>
        </pc:spChg>
        <pc:spChg chg="del">
          <ac:chgData name="Suganya Sri" userId="6bacf9420fa936ea" providerId="LiveId" clId="{233778E4-0446-4BF7-8F8F-885BF9374718}" dt="2026-09-22T03:51:42.327" v="104" actId="478"/>
          <ac:spMkLst>
            <pc:docMk/>
            <pc:sldMk cId="1745383970" sldId="270"/>
            <ac:spMk id="3" creationId="{244D6389-8FB8-612D-7C55-957F27367681}"/>
          </ac:spMkLst>
        </pc:spChg>
        <pc:picChg chg="add">
          <ac:chgData name="Suganya Sri" userId="6bacf9420fa936ea" providerId="LiveId" clId="{233778E4-0446-4BF7-8F8F-885BF9374718}" dt="2026-09-22T03:53:05.391" v="106"/>
          <ac:picMkLst>
            <pc:docMk/>
            <pc:sldMk cId="1745383970" sldId="270"/>
            <ac:picMk id="4" creationId="{B3C76A6C-8FC9-758F-DA89-E06DE985C490}"/>
          </ac:picMkLst>
        </pc:picChg>
      </pc:sldChg>
      <pc:sldChg chg="addSp delSp modSp new mod">
        <pc:chgData name="Suganya Sri" userId="6bacf9420fa936ea" providerId="LiveId" clId="{233778E4-0446-4BF7-8F8F-885BF9374718}" dt="2026-09-22T03:56:08.477" v="121" actId="14100"/>
        <pc:sldMkLst>
          <pc:docMk/>
          <pc:sldMk cId="1487236451" sldId="271"/>
        </pc:sldMkLst>
        <pc:spChg chg="del">
          <ac:chgData name="Suganya Sri" userId="6bacf9420fa936ea" providerId="LiveId" clId="{233778E4-0446-4BF7-8F8F-885BF9374718}" dt="2026-09-22T03:54:35.385" v="108" actId="478"/>
          <ac:spMkLst>
            <pc:docMk/>
            <pc:sldMk cId="1487236451" sldId="271"/>
            <ac:spMk id="2" creationId="{5D08A369-6C69-A547-B356-36F18F2F2841}"/>
          </ac:spMkLst>
        </pc:spChg>
        <pc:spChg chg="del">
          <ac:chgData name="Suganya Sri" userId="6bacf9420fa936ea" providerId="LiveId" clId="{233778E4-0446-4BF7-8F8F-885BF9374718}" dt="2026-09-22T03:54:38.268" v="109" actId="478"/>
          <ac:spMkLst>
            <pc:docMk/>
            <pc:sldMk cId="1487236451" sldId="271"/>
            <ac:spMk id="3" creationId="{3A76121B-8864-7440-ECAA-11C834FB96B0}"/>
          </ac:spMkLst>
        </pc:spChg>
        <pc:spChg chg="add del">
          <ac:chgData name="Suganya Sri" userId="6bacf9420fa936ea" providerId="LiveId" clId="{233778E4-0446-4BF7-8F8F-885BF9374718}" dt="2026-09-22T03:55:30.514" v="115" actId="22"/>
          <ac:spMkLst>
            <pc:docMk/>
            <pc:sldMk cId="1487236451" sldId="271"/>
            <ac:spMk id="6" creationId="{7503F057-FFDA-B91B-449E-158CB33ECC2E}"/>
          </ac:spMkLst>
        </pc:spChg>
        <pc:spChg chg="add mod">
          <ac:chgData name="Suganya Sri" userId="6bacf9420fa936ea" providerId="LiveId" clId="{233778E4-0446-4BF7-8F8F-885BF9374718}" dt="2026-09-22T03:56:08.477" v="121" actId="14100"/>
          <ac:spMkLst>
            <pc:docMk/>
            <pc:sldMk cId="1487236451" sldId="271"/>
            <ac:spMk id="8" creationId="{72650777-E656-1744-E2B0-8B7E85B25475}"/>
          </ac:spMkLst>
        </pc:spChg>
        <pc:picChg chg="add mod">
          <ac:chgData name="Suganya Sri" userId="6bacf9420fa936ea" providerId="LiveId" clId="{233778E4-0446-4BF7-8F8F-885BF9374718}" dt="2026-09-22T03:55:36.947" v="116" actId="14100"/>
          <ac:picMkLst>
            <pc:docMk/>
            <pc:sldMk cId="1487236451" sldId="271"/>
            <ac:picMk id="4" creationId="{B9D549CA-4A17-748E-1760-ADBDD50BFDF0}"/>
          </ac:picMkLst>
        </pc:picChg>
      </pc:sldChg>
      <pc:sldChg chg="addSp delSp modSp new mod">
        <pc:chgData name="Suganya Sri" userId="6bacf9420fa936ea" providerId="LiveId" clId="{233778E4-0446-4BF7-8F8F-885BF9374718}" dt="2026-09-22T03:58:53.971" v="134" actId="14100"/>
        <pc:sldMkLst>
          <pc:docMk/>
          <pc:sldMk cId="292200623" sldId="272"/>
        </pc:sldMkLst>
        <pc:spChg chg="add del mod">
          <ac:chgData name="Suganya Sri" userId="6bacf9420fa936ea" providerId="LiveId" clId="{233778E4-0446-4BF7-8F8F-885BF9374718}" dt="2026-09-22T03:58:41.975" v="132" actId="478"/>
          <ac:spMkLst>
            <pc:docMk/>
            <pc:sldMk cId="292200623" sldId="272"/>
            <ac:spMk id="2" creationId="{F492CCA1-6FFF-8A7C-731D-B90CBA303988}"/>
          </ac:spMkLst>
        </pc:spChg>
        <pc:spChg chg="del">
          <ac:chgData name="Suganya Sri" userId="6bacf9420fa936ea" providerId="LiveId" clId="{233778E4-0446-4BF7-8F8F-885BF9374718}" dt="2026-09-22T03:57:50.670" v="123"/>
          <ac:spMkLst>
            <pc:docMk/>
            <pc:sldMk cId="292200623" sldId="272"/>
            <ac:spMk id="3" creationId="{8954935A-49FB-EB37-94D2-C257348210B5}"/>
          </ac:spMkLst>
        </pc:spChg>
        <pc:spChg chg="add del mod">
          <ac:chgData name="Suganya Sri" userId="6bacf9420fa936ea" providerId="LiveId" clId="{233778E4-0446-4BF7-8F8F-885BF9374718}" dt="2026-09-22T03:58:41.975" v="132" actId="478"/>
          <ac:spMkLst>
            <pc:docMk/>
            <pc:sldMk cId="292200623" sldId="272"/>
            <ac:spMk id="6" creationId="{B15C300A-E737-F04C-C541-21E9E40225DA}"/>
          </ac:spMkLst>
        </pc:spChg>
        <pc:picChg chg="add mod">
          <ac:chgData name="Suganya Sri" userId="6bacf9420fa936ea" providerId="LiveId" clId="{233778E4-0446-4BF7-8F8F-885BF9374718}" dt="2026-09-22T03:58:53.971" v="134" actId="14100"/>
          <ac:picMkLst>
            <pc:docMk/>
            <pc:sldMk cId="292200623" sldId="272"/>
            <ac:picMk id="4" creationId="{8D9487A4-FF69-DB07-5955-78173666BDC1}"/>
          </ac:picMkLst>
        </pc:picChg>
      </pc:sldChg>
      <pc:sldChg chg="addSp delSp modSp new mod">
        <pc:chgData name="Suganya Sri" userId="6bacf9420fa936ea" providerId="LiveId" clId="{233778E4-0446-4BF7-8F8F-885BF9374718}" dt="2026-09-22T04:07:06.182" v="143" actId="123"/>
        <pc:sldMkLst>
          <pc:docMk/>
          <pc:sldMk cId="149493663" sldId="273"/>
        </pc:sldMkLst>
        <pc:spChg chg="del">
          <ac:chgData name="Suganya Sri" userId="6bacf9420fa936ea" providerId="LiveId" clId="{233778E4-0446-4BF7-8F8F-885BF9374718}" dt="2026-09-22T04:06:22.695" v="136" actId="478"/>
          <ac:spMkLst>
            <pc:docMk/>
            <pc:sldMk cId="149493663" sldId="273"/>
            <ac:spMk id="2" creationId="{51B0988A-064C-38BC-6A72-3F03E6E11A66}"/>
          </ac:spMkLst>
        </pc:spChg>
        <pc:spChg chg="del">
          <ac:chgData name="Suganya Sri" userId="6bacf9420fa936ea" providerId="LiveId" clId="{233778E4-0446-4BF7-8F8F-885BF9374718}" dt="2026-09-22T04:06:25.643" v="137" actId="478"/>
          <ac:spMkLst>
            <pc:docMk/>
            <pc:sldMk cId="149493663" sldId="273"/>
            <ac:spMk id="3" creationId="{6D119063-D1BE-A174-4A19-BA4C28C4FFF4}"/>
          </ac:spMkLst>
        </pc:spChg>
        <pc:spChg chg="add mod">
          <ac:chgData name="Suganya Sri" userId="6bacf9420fa936ea" providerId="LiveId" clId="{233778E4-0446-4BF7-8F8F-885BF9374718}" dt="2026-09-22T04:07:06.182" v="143" actId="123"/>
          <ac:spMkLst>
            <pc:docMk/>
            <pc:sldMk cId="149493663" sldId="273"/>
            <ac:spMk id="5" creationId="{A216CF31-DB29-13AD-A94A-98B47FAEBD71}"/>
          </ac:spMkLst>
        </pc:spChg>
      </pc:sldChg>
      <pc:sldChg chg="addSp delSp modSp new mod">
        <pc:chgData name="Suganya Sri" userId="6bacf9420fa936ea" providerId="LiveId" clId="{233778E4-0446-4BF7-8F8F-885BF9374718}" dt="2026-09-22T04:13:44.369" v="149" actId="1036"/>
        <pc:sldMkLst>
          <pc:docMk/>
          <pc:sldMk cId="3854476962" sldId="274"/>
        </pc:sldMkLst>
        <pc:spChg chg="del">
          <ac:chgData name="Suganya Sri" userId="6bacf9420fa936ea" providerId="LiveId" clId="{233778E4-0446-4BF7-8F8F-885BF9374718}" dt="2026-09-22T04:11:39.076" v="146" actId="478"/>
          <ac:spMkLst>
            <pc:docMk/>
            <pc:sldMk cId="3854476962" sldId="274"/>
            <ac:spMk id="2" creationId="{70EA8BF0-F4C7-305B-8A49-1B0C42C76F36}"/>
          </ac:spMkLst>
        </pc:spChg>
        <pc:spChg chg="del">
          <ac:chgData name="Suganya Sri" userId="6bacf9420fa936ea" providerId="LiveId" clId="{233778E4-0446-4BF7-8F8F-885BF9374718}" dt="2026-09-22T04:11:34.047" v="145" actId="478"/>
          <ac:spMkLst>
            <pc:docMk/>
            <pc:sldMk cId="3854476962" sldId="274"/>
            <ac:spMk id="3" creationId="{7A47EDD9-A24A-A6D7-2C16-2C83D7B58EFB}"/>
          </ac:spMkLst>
        </pc:spChg>
        <pc:picChg chg="add mod">
          <ac:chgData name="Suganya Sri" userId="6bacf9420fa936ea" providerId="LiveId" clId="{233778E4-0446-4BF7-8F8F-885BF9374718}" dt="2026-09-22T04:13:44.369" v="149" actId="1036"/>
          <ac:picMkLst>
            <pc:docMk/>
            <pc:sldMk cId="3854476962" sldId="274"/>
            <ac:picMk id="4" creationId="{8B586B64-8C23-976A-7356-79859667AD84}"/>
          </ac:picMkLst>
        </pc:picChg>
      </pc:sldChg>
      <pc:sldChg chg="modSp new mod">
        <pc:chgData name="Suganya Sri" userId="6bacf9420fa936ea" providerId="LiveId" clId="{233778E4-0446-4BF7-8F8F-885BF9374718}" dt="2026-09-22T04:19:40.905" v="210" actId="27636"/>
        <pc:sldMkLst>
          <pc:docMk/>
          <pc:sldMk cId="3714753455" sldId="275"/>
        </pc:sldMkLst>
        <pc:spChg chg="mod">
          <ac:chgData name="Suganya Sri" userId="6bacf9420fa936ea" providerId="LiveId" clId="{233778E4-0446-4BF7-8F8F-885BF9374718}" dt="2026-09-22T04:17:37.005" v="151"/>
          <ac:spMkLst>
            <pc:docMk/>
            <pc:sldMk cId="3714753455" sldId="275"/>
            <ac:spMk id="2" creationId="{825C6679-60E6-B3C1-1BE0-DDDE32E62145}"/>
          </ac:spMkLst>
        </pc:spChg>
        <pc:spChg chg="mod">
          <ac:chgData name="Suganya Sri" userId="6bacf9420fa936ea" providerId="LiveId" clId="{233778E4-0446-4BF7-8F8F-885BF9374718}" dt="2026-09-22T04:19:40.905" v="210" actId="27636"/>
          <ac:spMkLst>
            <pc:docMk/>
            <pc:sldMk cId="3714753455" sldId="275"/>
            <ac:spMk id="3" creationId="{3AF38564-AE75-5ACB-17B1-E145A49FB32F}"/>
          </ac:spMkLst>
        </pc:spChg>
      </pc:sldChg>
      <pc:sldChg chg="delSp new del mod">
        <pc:chgData name="Suganya Sri" userId="6bacf9420fa936ea" providerId="LiveId" clId="{233778E4-0446-4BF7-8F8F-885BF9374718}" dt="2026-09-22T04:24:13.463" v="216" actId="47"/>
        <pc:sldMkLst>
          <pc:docMk/>
          <pc:sldMk cId="171691536" sldId="276"/>
        </pc:sldMkLst>
        <pc:spChg chg="del">
          <ac:chgData name="Suganya Sri" userId="6bacf9420fa936ea" providerId="LiveId" clId="{233778E4-0446-4BF7-8F8F-885BF9374718}" dt="2026-09-22T04:20:31.967" v="214" actId="478"/>
          <ac:spMkLst>
            <pc:docMk/>
            <pc:sldMk cId="171691536" sldId="276"/>
            <ac:spMk id="2" creationId="{BCDC5EF1-6806-D976-64CF-AE7FEA7F6EAD}"/>
          </ac:spMkLst>
        </pc:spChg>
        <pc:spChg chg="del">
          <ac:chgData name="Suganya Sri" userId="6bacf9420fa936ea" providerId="LiveId" clId="{233778E4-0446-4BF7-8F8F-885BF9374718}" dt="2026-09-22T04:20:36.036" v="215" actId="478"/>
          <ac:spMkLst>
            <pc:docMk/>
            <pc:sldMk cId="171691536" sldId="276"/>
            <ac:spMk id="3" creationId="{17418E56-B483-D235-FB92-A065AB086E46}"/>
          </ac:spMkLst>
        </pc:spChg>
      </pc:sldChg>
      <pc:sldChg chg="addSp delSp modSp new mod">
        <pc:chgData name="Suganya Sri" userId="6bacf9420fa936ea" providerId="LiveId" clId="{233778E4-0446-4BF7-8F8F-885BF9374718}" dt="2026-09-22T04:38:57.836" v="313" actId="20577"/>
        <pc:sldMkLst>
          <pc:docMk/>
          <pc:sldMk cId="647042160" sldId="276"/>
        </pc:sldMkLst>
        <pc:spChg chg="mod">
          <ac:chgData name="Suganya Sri" userId="6bacf9420fa936ea" providerId="LiveId" clId="{233778E4-0446-4BF7-8F8F-885BF9374718}" dt="2026-09-22T04:38:57.836" v="313" actId="20577"/>
          <ac:spMkLst>
            <pc:docMk/>
            <pc:sldMk cId="647042160" sldId="276"/>
            <ac:spMk id="2" creationId="{48A39B8A-6304-9AEA-765C-FD914D748C11}"/>
          </ac:spMkLst>
        </pc:spChg>
        <pc:spChg chg="del mod">
          <ac:chgData name="Suganya Sri" userId="6bacf9420fa936ea" providerId="LiveId" clId="{233778E4-0446-4BF7-8F8F-885BF9374718}" dt="2026-09-22T04:34:02.020" v="284" actId="478"/>
          <ac:spMkLst>
            <pc:docMk/>
            <pc:sldMk cId="647042160" sldId="276"/>
            <ac:spMk id="3" creationId="{B04B67A3-67B1-46D0-024B-0A387B73C809}"/>
          </ac:spMkLst>
        </pc:spChg>
        <pc:picChg chg="add mod">
          <ac:chgData name="Suganya Sri" userId="6bacf9420fa936ea" providerId="LiveId" clId="{233778E4-0446-4BF7-8F8F-885BF9374718}" dt="2026-09-22T04:34:14.998" v="287" actId="14100"/>
          <ac:picMkLst>
            <pc:docMk/>
            <pc:sldMk cId="647042160" sldId="276"/>
            <ac:picMk id="4" creationId="{E135E2C0-EBD6-2706-BEC2-21AA5F7CD17C}"/>
          </ac:picMkLst>
        </pc:picChg>
      </pc:sldChg>
      <pc:sldChg chg="modSp new mod">
        <pc:chgData name="Suganya Sri" userId="6bacf9420fa936ea" providerId="LiveId" clId="{233778E4-0446-4BF7-8F8F-885BF9374718}" dt="2026-09-22T04:43:11.626" v="398" actId="20577"/>
        <pc:sldMkLst>
          <pc:docMk/>
          <pc:sldMk cId="624686114" sldId="277"/>
        </pc:sldMkLst>
        <pc:spChg chg="mod">
          <ac:chgData name="Suganya Sri" userId="6bacf9420fa936ea" providerId="LiveId" clId="{233778E4-0446-4BF7-8F8F-885BF9374718}" dt="2026-09-22T04:40:25.693" v="315"/>
          <ac:spMkLst>
            <pc:docMk/>
            <pc:sldMk cId="624686114" sldId="277"/>
            <ac:spMk id="2" creationId="{986106A8-026A-ED81-7B72-F018759C24C1}"/>
          </ac:spMkLst>
        </pc:spChg>
        <pc:spChg chg="mod">
          <ac:chgData name="Suganya Sri" userId="6bacf9420fa936ea" providerId="LiveId" clId="{233778E4-0446-4BF7-8F8F-885BF9374718}" dt="2026-09-22T04:43:11.626" v="398" actId="20577"/>
          <ac:spMkLst>
            <pc:docMk/>
            <pc:sldMk cId="624686114" sldId="277"/>
            <ac:spMk id="3" creationId="{91885470-A077-6A4F-42C5-392AB808C957}"/>
          </ac:spMkLst>
        </pc:spChg>
      </pc:sldChg>
      <pc:sldChg chg="addSp delSp modSp new mod">
        <pc:chgData name="Suganya Sri" userId="6bacf9420fa936ea" providerId="LiveId" clId="{233778E4-0446-4BF7-8F8F-885BF9374718}" dt="2026-09-22T04:44:56.655" v="407" actId="14100"/>
        <pc:sldMkLst>
          <pc:docMk/>
          <pc:sldMk cId="2287435817" sldId="278"/>
        </pc:sldMkLst>
        <pc:spChg chg="del">
          <ac:chgData name="Suganya Sri" userId="6bacf9420fa936ea" providerId="LiveId" clId="{233778E4-0446-4BF7-8F8F-885BF9374718}" dt="2026-09-22T04:44:29.927" v="400" actId="478"/>
          <ac:spMkLst>
            <pc:docMk/>
            <pc:sldMk cId="2287435817" sldId="278"/>
            <ac:spMk id="2" creationId="{26F28728-6BDB-851F-8AE5-BDA57862263C}"/>
          </ac:spMkLst>
        </pc:spChg>
        <pc:spChg chg="del">
          <ac:chgData name="Suganya Sri" userId="6bacf9420fa936ea" providerId="LiveId" clId="{233778E4-0446-4BF7-8F8F-885BF9374718}" dt="2026-09-22T04:44:25.379" v="399" actId="478"/>
          <ac:spMkLst>
            <pc:docMk/>
            <pc:sldMk cId="2287435817" sldId="278"/>
            <ac:spMk id="3" creationId="{975C659E-7883-FF70-D084-AA3599C4AD99}"/>
          </ac:spMkLst>
        </pc:spChg>
        <pc:picChg chg="add mod">
          <ac:chgData name="Suganya Sri" userId="6bacf9420fa936ea" providerId="LiveId" clId="{233778E4-0446-4BF7-8F8F-885BF9374718}" dt="2026-09-22T04:44:56.655" v="407" actId="14100"/>
          <ac:picMkLst>
            <pc:docMk/>
            <pc:sldMk cId="2287435817" sldId="278"/>
            <ac:picMk id="4" creationId="{D539E3AE-806A-5984-50BB-F99A5744AD2F}"/>
          </ac:picMkLst>
        </pc:picChg>
      </pc:sldChg>
      <pc:sldChg chg="addSp delSp modSp new mod">
        <pc:chgData name="Suganya Sri" userId="6bacf9420fa936ea" providerId="LiveId" clId="{233778E4-0446-4BF7-8F8F-885BF9374718}" dt="2026-09-22T04:47:54.076" v="426" actId="27636"/>
        <pc:sldMkLst>
          <pc:docMk/>
          <pc:sldMk cId="2381473936" sldId="279"/>
        </pc:sldMkLst>
        <pc:spChg chg="mod">
          <ac:chgData name="Suganya Sri" userId="6bacf9420fa936ea" providerId="LiveId" clId="{233778E4-0446-4BF7-8F8F-885BF9374718}" dt="2026-09-22T04:47:54.076" v="426" actId="27636"/>
          <ac:spMkLst>
            <pc:docMk/>
            <pc:sldMk cId="2381473936" sldId="279"/>
            <ac:spMk id="2" creationId="{89F75DFA-C05C-669A-E49C-EBA42FC6744A}"/>
          </ac:spMkLst>
        </pc:spChg>
        <pc:spChg chg="del">
          <ac:chgData name="Suganya Sri" userId="6bacf9420fa936ea" providerId="LiveId" clId="{233778E4-0446-4BF7-8F8F-885BF9374718}" dt="2026-09-22T04:46:27.280" v="413" actId="478"/>
          <ac:spMkLst>
            <pc:docMk/>
            <pc:sldMk cId="2381473936" sldId="279"/>
            <ac:spMk id="3" creationId="{FFB906CD-E68A-847B-BC13-B3F65D23EE20}"/>
          </ac:spMkLst>
        </pc:spChg>
        <pc:picChg chg="add mod">
          <ac:chgData name="Suganya Sri" userId="6bacf9420fa936ea" providerId="LiveId" clId="{233778E4-0446-4BF7-8F8F-885BF9374718}" dt="2026-09-22T04:47:46.434" v="424" actId="14100"/>
          <ac:picMkLst>
            <pc:docMk/>
            <pc:sldMk cId="2381473936" sldId="279"/>
            <ac:picMk id="4" creationId="{9EC403C6-3FE9-5D7E-FDFE-F8301A8E0608}"/>
          </ac:picMkLst>
        </pc:picChg>
      </pc:sldChg>
      <pc:sldChg chg="addSp delSp modSp new mod">
        <pc:chgData name="Suganya Sri" userId="6bacf9420fa936ea" providerId="LiveId" clId="{233778E4-0446-4BF7-8F8F-885BF9374718}" dt="2026-09-22T06:47:30.473" v="438" actId="255"/>
        <pc:sldMkLst>
          <pc:docMk/>
          <pc:sldMk cId="3653319457" sldId="280"/>
        </pc:sldMkLst>
        <pc:spChg chg="del">
          <ac:chgData name="Suganya Sri" userId="6bacf9420fa936ea" providerId="LiveId" clId="{233778E4-0446-4BF7-8F8F-885BF9374718}" dt="2026-09-22T06:46:12.895" v="428" actId="478"/>
          <ac:spMkLst>
            <pc:docMk/>
            <pc:sldMk cId="3653319457" sldId="280"/>
            <ac:spMk id="2" creationId="{AB162F30-ABFD-47F7-08D9-C7F94D6A8693}"/>
          </ac:spMkLst>
        </pc:spChg>
        <pc:spChg chg="del">
          <ac:chgData name="Suganya Sri" userId="6bacf9420fa936ea" providerId="LiveId" clId="{233778E4-0446-4BF7-8F8F-885BF9374718}" dt="2026-09-22T06:46:15.515" v="429" actId="478"/>
          <ac:spMkLst>
            <pc:docMk/>
            <pc:sldMk cId="3653319457" sldId="280"/>
            <ac:spMk id="3" creationId="{277EBC77-9AAC-8AE3-36EE-55D0C5131489}"/>
          </ac:spMkLst>
        </pc:spChg>
        <pc:spChg chg="add mod">
          <ac:chgData name="Suganya Sri" userId="6bacf9420fa936ea" providerId="LiveId" clId="{233778E4-0446-4BF7-8F8F-885BF9374718}" dt="2026-09-22T06:47:30.473" v="438" actId="255"/>
          <ac:spMkLst>
            <pc:docMk/>
            <pc:sldMk cId="3653319457" sldId="280"/>
            <ac:spMk id="5" creationId="{E53D0166-9FE5-14D6-96A8-92AF1B7FFA1A}"/>
          </ac:spMkLst>
        </pc:spChg>
      </pc:sldChg>
      <pc:sldChg chg="addSp delSp modSp new mod">
        <pc:chgData name="Suganya Sri" userId="6bacf9420fa936ea" providerId="LiveId" clId="{233778E4-0446-4BF7-8F8F-885BF9374718}" dt="2026-09-22T06:53:18.024" v="455" actId="255"/>
        <pc:sldMkLst>
          <pc:docMk/>
          <pc:sldMk cId="2218334802" sldId="281"/>
        </pc:sldMkLst>
        <pc:spChg chg="mod">
          <ac:chgData name="Suganya Sri" userId="6bacf9420fa936ea" providerId="LiveId" clId="{233778E4-0446-4BF7-8F8F-885BF9374718}" dt="2026-09-22T06:49:23.760" v="440"/>
          <ac:spMkLst>
            <pc:docMk/>
            <pc:sldMk cId="2218334802" sldId="281"/>
            <ac:spMk id="2" creationId="{E1D41C79-249D-B851-F24C-DB3142D4F6DB}"/>
          </ac:spMkLst>
        </pc:spChg>
        <pc:spChg chg="del">
          <ac:chgData name="Suganya Sri" userId="6bacf9420fa936ea" providerId="LiveId" clId="{233778E4-0446-4BF7-8F8F-885BF9374718}" dt="2026-09-22T06:50:28.194" v="441" actId="478"/>
          <ac:spMkLst>
            <pc:docMk/>
            <pc:sldMk cId="2218334802" sldId="281"/>
            <ac:spMk id="3" creationId="{DF896BC0-38B3-55DA-FEDD-E38039FAB6E2}"/>
          </ac:spMkLst>
        </pc:spChg>
        <pc:spChg chg="add del mod">
          <ac:chgData name="Suganya Sri" userId="6bacf9420fa936ea" providerId="LiveId" clId="{233778E4-0446-4BF7-8F8F-885BF9374718}" dt="2026-09-22T06:50:43.359" v="446" actId="478"/>
          <ac:spMkLst>
            <pc:docMk/>
            <pc:sldMk cId="2218334802" sldId="281"/>
            <ac:spMk id="6" creationId="{65017642-6D17-323E-E8F5-6C90B04F9CB9}"/>
          </ac:spMkLst>
        </pc:spChg>
        <pc:graphicFrameChg chg="add del mod">
          <ac:chgData name="Suganya Sri" userId="6bacf9420fa936ea" providerId="LiveId" clId="{233778E4-0446-4BF7-8F8F-885BF9374718}" dt="2026-09-22T06:50:43.359" v="446" actId="478"/>
          <ac:graphicFrameMkLst>
            <pc:docMk/>
            <pc:sldMk cId="2218334802" sldId="281"/>
            <ac:graphicFrameMk id="4" creationId="{29461EF0-6C90-9272-2B15-A78BD212BA97}"/>
          </ac:graphicFrameMkLst>
        </pc:graphicFrameChg>
        <pc:graphicFrameChg chg="add mod modGraphic">
          <ac:chgData name="Suganya Sri" userId="6bacf9420fa936ea" providerId="LiveId" clId="{233778E4-0446-4BF7-8F8F-885BF9374718}" dt="2026-09-22T06:53:18.024" v="455" actId="255"/>
          <ac:graphicFrameMkLst>
            <pc:docMk/>
            <pc:sldMk cId="2218334802" sldId="281"/>
            <ac:graphicFrameMk id="7" creationId="{F23D9DD5-E0E5-0457-3111-2244E1AC5A2E}"/>
          </ac:graphicFrameMkLst>
        </pc:graphicFrame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DEBB3-766E-DE4B-E17B-31A06951ED2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AA8F200-BE27-59F6-A535-F6DB7EB813E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0A721C7-2C07-B36E-829A-F1B93F385ADC}"/>
              </a:ext>
            </a:extLst>
          </p:cNvPr>
          <p:cNvSpPr>
            <a:spLocks noGrp="1"/>
          </p:cNvSpPr>
          <p:nvPr>
            <p:ph type="dt" sz="half" idx="10"/>
          </p:nvPr>
        </p:nvSpPr>
        <p:spPr/>
        <p:txBody>
          <a:bodyPr/>
          <a:lstStyle/>
          <a:p>
            <a:fld id="{A03E05DD-C86F-4743-8C7C-06A1DB36B4DF}" type="datetimeFigureOut">
              <a:rPr lang="en-IN" smtClean="0"/>
              <a:t>22-09-2026</a:t>
            </a:fld>
            <a:endParaRPr lang="en-IN"/>
          </a:p>
        </p:txBody>
      </p:sp>
      <p:sp>
        <p:nvSpPr>
          <p:cNvPr id="5" name="Footer Placeholder 4">
            <a:extLst>
              <a:ext uri="{FF2B5EF4-FFF2-40B4-BE49-F238E27FC236}">
                <a16:creationId xmlns:a16="http://schemas.microsoft.com/office/drawing/2014/main" id="{947B438C-3FE2-79E1-0330-63497D452F7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179A6B9-9C26-774E-30E1-55BC6D60B1FE}"/>
              </a:ext>
            </a:extLst>
          </p:cNvPr>
          <p:cNvSpPr>
            <a:spLocks noGrp="1"/>
          </p:cNvSpPr>
          <p:nvPr>
            <p:ph type="sldNum" sz="quarter" idx="12"/>
          </p:nvPr>
        </p:nvSpPr>
        <p:spPr/>
        <p:txBody>
          <a:bodyPr/>
          <a:lstStyle/>
          <a:p>
            <a:fld id="{8D1CD400-92C3-41A6-A079-0E27169F8B23}" type="slidenum">
              <a:rPr lang="en-IN" smtClean="0"/>
              <a:t>‹#›</a:t>
            </a:fld>
            <a:endParaRPr lang="en-IN"/>
          </a:p>
        </p:txBody>
      </p:sp>
    </p:spTree>
    <p:extLst>
      <p:ext uri="{BB962C8B-B14F-4D97-AF65-F5344CB8AC3E}">
        <p14:creationId xmlns:p14="http://schemas.microsoft.com/office/powerpoint/2010/main" val="8065319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C20C7-89A2-225A-AE13-519FB693A27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7095BF1-0BF7-87E4-E814-B633F535C6D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62905A3-E3CA-E10A-473C-148457FB062F}"/>
              </a:ext>
            </a:extLst>
          </p:cNvPr>
          <p:cNvSpPr>
            <a:spLocks noGrp="1"/>
          </p:cNvSpPr>
          <p:nvPr>
            <p:ph type="dt" sz="half" idx="10"/>
          </p:nvPr>
        </p:nvSpPr>
        <p:spPr/>
        <p:txBody>
          <a:bodyPr/>
          <a:lstStyle/>
          <a:p>
            <a:fld id="{A03E05DD-C86F-4743-8C7C-06A1DB36B4DF}" type="datetimeFigureOut">
              <a:rPr lang="en-IN" smtClean="0"/>
              <a:t>22-09-2026</a:t>
            </a:fld>
            <a:endParaRPr lang="en-IN"/>
          </a:p>
        </p:txBody>
      </p:sp>
      <p:sp>
        <p:nvSpPr>
          <p:cNvPr id="5" name="Footer Placeholder 4">
            <a:extLst>
              <a:ext uri="{FF2B5EF4-FFF2-40B4-BE49-F238E27FC236}">
                <a16:creationId xmlns:a16="http://schemas.microsoft.com/office/drawing/2014/main" id="{73314673-9C7E-54C9-4ECF-4919C57F509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4219CE6-E512-19B5-5DEB-8AE5574E6931}"/>
              </a:ext>
            </a:extLst>
          </p:cNvPr>
          <p:cNvSpPr>
            <a:spLocks noGrp="1"/>
          </p:cNvSpPr>
          <p:nvPr>
            <p:ph type="sldNum" sz="quarter" idx="12"/>
          </p:nvPr>
        </p:nvSpPr>
        <p:spPr/>
        <p:txBody>
          <a:bodyPr/>
          <a:lstStyle/>
          <a:p>
            <a:fld id="{8D1CD400-92C3-41A6-A079-0E27169F8B23}" type="slidenum">
              <a:rPr lang="en-IN" smtClean="0"/>
              <a:t>‹#›</a:t>
            </a:fld>
            <a:endParaRPr lang="en-IN"/>
          </a:p>
        </p:txBody>
      </p:sp>
    </p:spTree>
    <p:extLst>
      <p:ext uri="{BB962C8B-B14F-4D97-AF65-F5344CB8AC3E}">
        <p14:creationId xmlns:p14="http://schemas.microsoft.com/office/powerpoint/2010/main" val="35455565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9867D-29B7-6C33-384E-2CD43B12D07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BCF4BB4-FD67-DADA-A1D0-C245EC5CB10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9AE6D2D-E7FF-8FD8-7CC7-919D3E39D696}"/>
              </a:ext>
            </a:extLst>
          </p:cNvPr>
          <p:cNvSpPr>
            <a:spLocks noGrp="1"/>
          </p:cNvSpPr>
          <p:nvPr>
            <p:ph type="dt" sz="half" idx="10"/>
          </p:nvPr>
        </p:nvSpPr>
        <p:spPr/>
        <p:txBody>
          <a:bodyPr/>
          <a:lstStyle/>
          <a:p>
            <a:fld id="{A03E05DD-C86F-4743-8C7C-06A1DB36B4DF}" type="datetimeFigureOut">
              <a:rPr lang="en-IN" smtClean="0"/>
              <a:t>22-09-2026</a:t>
            </a:fld>
            <a:endParaRPr lang="en-IN"/>
          </a:p>
        </p:txBody>
      </p:sp>
      <p:sp>
        <p:nvSpPr>
          <p:cNvPr id="5" name="Footer Placeholder 4">
            <a:extLst>
              <a:ext uri="{FF2B5EF4-FFF2-40B4-BE49-F238E27FC236}">
                <a16:creationId xmlns:a16="http://schemas.microsoft.com/office/drawing/2014/main" id="{BB57B829-BD4B-41B9-7F05-0DAD5AE1B84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DBB1546-B6F1-ABAB-F848-F174F2A2AE2E}"/>
              </a:ext>
            </a:extLst>
          </p:cNvPr>
          <p:cNvSpPr>
            <a:spLocks noGrp="1"/>
          </p:cNvSpPr>
          <p:nvPr>
            <p:ph type="sldNum" sz="quarter" idx="12"/>
          </p:nvPr>
        </p:nvSpPr>
        <p:spPr/>
        <p:txBody>
          <a:bodyPr/>
          <a:lstStyle/>
          <a:p>
            <a:fld id="{8D1CD400-92C3-41A6-A079-0E27169F8B23}" type="slidenum">
              <a:rPr lang="en-IN" smtClean="0"/>
              <a:t>‹#›</a:t>
            </a:fld>
            <a:endParaRPr lang="en-IN"/>
          </a:p>
        </p:txBody>
      </p:sp>
    </p:spTree>
    <p:extLst>
      <p:ext uri="{BB962C8B-B14F-4D97-AF65-F5344CB8AC3E}">
        <p14:creationId xmlns:p14="http://schemas.microsoft.com/office/powerpoint/2010/main" val="3440076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7EECB-1A5D-F3A1-44D6-A519D6C2071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2A6163B-75D3-22F4-9B6C-8F7CFCAFB37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8527F05-732A-9C8E-B870-66E1559755C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ABEA27C-263D-61B9-C8A1-6CCDCC251AC4}"/>
              </a:ext>
            </a:extLst>
          </p:cNvPr>
          <p:cNvSpPr>
            <a:spLocks noGrp="1"/>
          </p:cNvSpPr>
          <p:nvPr>
            <p:ph type="dt" sz="half" idx="10"/>
          </p:nvPr>
        </p:nvSpPr>
        <p:spPr/>
        <p:txBody>
          <a:bodyPr/>
          <a:lstStyle/>
          <a:p>
            <a:fld id="{A03E05DD-C86F-4743-8C7C-06A1DB36B4DF}" type="datetimeFigureOut">
              <a:rPr lang="en-IN" smtClean="0"/>
              <a:t>22-09-2026</a:t>
            </a:fld>
            <a:endParaRPr lang="en-IN"/>
          </a:p>
        </p:txBody>
      </p:sp>
      <p:sp>
        <p:nvSpPr>
          <p:cNvPr id="6" name="Footer Placeholder 5">
            <a:extLst>
              <a:ext uri="{FF2B5EF4-FFF2-40B4-BE49-F238E27FC236}">
                <a16:creationId xmlns:a16="http://schemas.microsoft.com/office/drawing/2014/main" id="{1CB9DC9C-483C-B16E-2366-C9EAC38D35E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FE4DDB5-29F3-10FA-A587-E164CE7B74A6}"/>
              </a:ext>
            </a:extLst>
          </p:cNvPr>
          <p:cNvSpPr>
            <a:spLocks noGrp="1"/>
          </p:cNvSpPr>
          <p:nvPr>
            <p:ph type="sldNum" sz="quarter" idx="12"/>
          </p:nvPr>
        </p:nvSpPr>
        <p:spPr/>
        <p:txBody>
          <a:bodyPr/>
          <a:lstStyle/>
          <a:p>
            <a:fld id="{8D1CD400-92C3-41A6-A079-0E27169F8B23}" type="slidenum">
              <a:rPr lang="en-IN" smtClean="0"/>
              <a:t>‹#›</a:t>
            </a:fld>
            <a:endParaRPr lang="en-IN"/>
          </a:p>
        </p:txBody>
      </p:sp>
    </p:spTree>
    <p:extLst>
      <p:ext uri="{BB962C8B-B14F-4D97-AF65-F5344CB8AC3E}">
        <p14:creationId xmlns:p14="http://schemas.microsoft.com/office/powerpoint/2010/main" val="30993573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BBC6D-3BAB-5ECE-6456-97E3544BAE2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71F6C26-3461-F6BE-CF07-93E472D4EB5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4D85CB-89FF-FB9F-59E9-228B4DEBAAF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536F961-5CA5-1536-CAB0-74D8C6C4284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1F4CD3F-E1D0-F54D-6053-62FBB05A80C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991EC8A-2A94-82FD-E499-4E5902C793E9}"/>
              </a:ext>
            </a:extLst>
          </p:cNvPr>
          <p:cNvSpPr>
            <a:spLocks noGrp="1"/>
          </p:cNvSpPr>
          <p:nvPr>
            <p:ph type="dt" sz="half" idx="10"/>
          </p:nvPr>
        </p:nvSpPr>
        <p:spPr/>
        <p:txBody>
          <a:bodyPr/>
          <a:lstStyle/>
          <a:p>
            <a:fld id="{A03E05DD-C86F-4743-8C7C-06A1DB36B4DF}" type="datetimeFigureOut">
              <a:rPr lang="en-IN" smtClean="0"/>
              <a:t>22-09-2026</a:t>
            </a:fld>
            <a:endParaRPr lang="en-IN"/>
          </a:p>
        </p:txBody>
      </p:sp>
      <p:sp>
        <p:nvSpPr>
          <p:cNvPr id="8" name="Footer Placeholder 7">
            <a:extLst>
              <a:ext uri="{FF2B5EF4-FFF2-40B4-BE49-F238E27FC236}">
                <a16:creationId xmlns:a16="http://schemas.microsoft.com/office/drawing/2014/main" id="{F6BB269F-1C16-1D0F-4078-71D6B2888DF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0F406D6-CEAB-2D7F-AED8-C3437C3972FE}"/>
              </a:ext>
            </a:extLst>
          </p:cNvPr>
          <p:cNvSpPr>
            <a:spLocks noGrp="1"/>
          </p:cNvSpPr>
          <p:nvPr>
            <p:ph type="sldNum" sz="quarter" idx="12"/>
          </p:nvPr>
        </p:nvSpPr>
        <p:spPr/>
        <p:txBody>
          <a:bodyPr/>
          <a:lstStyle/>
          <a:p>
            <a:fld id="{8D1CD400-92C3-41A6-A079-0E27169F8B23}" type="slidenum">
              <a:rPr lang="en-IN" smtClean="0"/>
              <a:t>‹#›</a:t>
            </a:fld>
            <a:endParaRPr lang="en-IN"/>
          </a:p>
        </p:txBody>
      </p:sp>
    </p:spTree>
    <p:extLst>
      <p:ext uri="{BB962C8B-B14F-4D97-AF65-F5344CB8AC3E}">
        <p14:creationId xmlns:p14="http://schemas.microsoft.com/office/powerpoint/2010/main" val="27208029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4E4CE-C585-6297-1CD3-A0B8A40396F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E744F57-EE12-C0F6-83E2-8150BE4EFAC7}"/>
              </a:ext>
            </a:extLst>
          </p:cNvPr>
          <p:cNvSpPr>
            <a:spLocks noGrp="1"/>
          </p:cNvSpPr>
          <p:nvPr>
            <p:ph type="dt" sz="half" idx="10"/>
          </p:nvPr>
        </p:nvSpPr>
        <p:spPr/>
        <p:txBody>
          <a:bodyPr/>
          <a:lstStyle/>
          <a:p>
            <a:fld id="{A03E05DD-C86F-4743-8C7C-06A1DB36B4DF}" type="datetimeFigureOut">
              <a:rPr lang="en-IN" smtClean="0"/>
              <a:t>22-09-2026</a:t>
            </a:fld>
            <a:endParaRPr lang="en-IN"/>
          </a:p>
        </p:txBody>
      </p:sp>
      <p:sp>
        <p:nvSpPr>
          <p:cNvPr id="4" name="Footer Placeholder 3">
            <a:extLst>
              <a:ext uri="{FF2B5EF4-FFF2-40B4-BE49-F238E27FC236}">
                <a16:creationId xmlns:a16="http://schemas.microsoft.com/office/drawing/2014/main" id="{99946664-36FA-8876-93B4-7DBF344F30E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F20089F-B24F-265D-8347-0BBAF21932DB}"/>
              </a:ext>
            </a:extLst>
          </p:cNvPr>
          <p:cNvSpPr>
            <a:spLocks noGrp="1"/>
          </p:cNvSpPr>
          <p:nvPr>
            <p:ph type="sldNum" sz="quarter" idx="12"/>
          </p:nvPr>
        </p:nvSpPr>
        <p:spPr/>
        <p:txBody>
          <a:bodyPr/>
          <a:lstStyle/>
          <a:p>
            <a:fld id="{8D1CD400-92C3-41A6-A079-0E27169F8B23}" type="slidenum">
              <a:rPr lang="en-IN" smtClean="0"/>
              <a:t>‹#›</a:t>
            </a:fld>
            <a:endParaRPr lang="en-IN"/>
          </a:p>
        </p:txBody>
      </p:sp>
    </p:spTree>
    <p:extLst>
      <p:ext uri="{BB962C8B-B14F-4D97-AF65-F5344CB8AC3E}">
        <p14:creationId xmlns:p14="http://schemas.microsoft.com/office/powerpoint/2010/main" val="18405760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8800E0B-CEFD-7B6C-F1D2-07A9A82ABC3D}"/>
              </a:ext>
            </a:extLst>
          </p:cNvPr>
          <p:cNvSpPr>
            <a:spLocks noGrp="1"/>
          </p:cNvSpPr>
          <p:nvPr>
            <p:ph type="dt" sz="half" idx="10"/>
          </p:nvPr>
        </p:nvSpPr>
        <p:spPr/>
        <p:txBody>
          <a:bodyPr/>
          <a:lstStyle/>
          <a:p>
            <a:fld id="{A03E05DD-C86F-4743-8C7C-06A1DB36B4DF}" type="datetimeFigureOut">
              <a:rPr lang="en-IN" smtClean="0"/>
              <a:t>22-09-2026</a:t>
            </a:fld>
            <a:endParaRPr lang="en-IN"/>
          </a:p>
        </p:txBody>
      </p:sp>
      <p:sp>
        <p:nvSpPr>
          <p:cNvPr id="3" name="Footer Placeholder 2">
            <a:extLst>
              <a:ext uri="{FF2B5EF4-FFF2-40B4-BE49-F238E27FC236}">
                <a16:creationId xmlns:a16="http://schemas.microsoft.com/office/drawing/2014/main" id="{DB00FCC4-5676-13BB-E9EC-D84054513D9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017EBA2-1D12-3AEB-4C3E-F54FCF0D9AE1}"/>
              </a:ext>
            </a:extLst>
          </p:cNvPr>
          <p:cNvSpPr>
            <a:spLocks noGrp="1"/>
          </p:cNvSpPr>
          <p:nvPr>
            <p:ph type="sldNum" sz="quarter" idx="12"/>
          </p:nvPr>
        </p:nvSpPr>
        <p:spPr/>
        <p:txBody>
          <a:bodyPr/>
          <a:lstStyle/>
          <a:p>
            <a:fld id="{8D1CD400-92C3-41A6-A079-0E27169F8B23}" type="slidenum">
              <a:rPr lang="en-IN" smtClean="0"/>
              <a:t>‹#›</a:t>
            </a:fld>
            <a:endParaRPr lang="en-IN"/>
          </a:p>
        </p:txBody>
      </p:sp>
    </p:spTree>
    <p:extLst>
      <p:ext uri="{BB962C8B-B14F-4D97-AF65-F5344CB8AC3E}">
        <p14:creationId xmlns:p14="http://schemas.microsoft.com/office/powerpoint/2010/main" val="37068207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DF59C-0744-6126-F309-04609DB3F36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D694721-51B6-ABBA-E366-3CB9BB8B6DD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163EB2A-EB2B-4699-E55C-56EF06ACB4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D68B01-1663-BB4D-F2C1-96F9620EFC06}"/>
              </a:ext>
            </a:extLst>
          </p:cNvPr>
          <p:cNvSpPr>
            <a:spLocks noGrp="1"/>
          </p:cNvSpPr>
          <p:nvPr>
            <p:ph type="dt" sz="half" idx="10"/>
          </p:nvPr>
        </p:nvSpPr>
        <p:spPr/>
        <p:txBody>
          <a:bodyPr/>
          <a:lstStyle/>
          <a:p>
            <a:fld id="{A03E05DD-C86F-4743-8C7C-06A1DB36B4DF}" type="datetimeFigureOut">
              <a:rPr lang="en-IN" smtClean="0"/>
              <a:t>22-09-2026</a:t>
            </a:fld>
            <a:endParaRPr lang="en-IN"/>
          </a:p>
        </p:txBody>
      </p:sp>
      <p:sp>
        <p:nvSpPr>
          <p:cNvPr id="6" name="Footer Placeholder 5">
            <a:extLst>
              <a:ext uri="{FF2B5EF4-FFF2-40B4-BE49-F238E27FC236}">
                <a16:creationId xmlns:a16="http://schemas.microsoft.com/office/drawing/2014/main" id="{96699079-15EE-8380-5942-0996F6AD2BF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8FDB250-2159-92AC-BAF4-ACF6635D504B}"/>
              </a:ext>
            </a:extLst>
          </p:cNvPr>
          <p:cNvSpPr>
            <a:spLocks noGrp="1"/>
          </p:cNvSpPr>
          <p:nvPr>
            <p:ph type="sldNum" sz="quarter" idx="12"/>
          </p:nvPr>
        </p:nvSpPr>
        <p:spPr/>
        <p:txBody>
          <a:bodyPr/>
          <a:lstStyle/>
          <a:p>
            <a:fld id="{8D1CD400-92C3-41A6-A079-0E27169F8B23}" type="slidenum">
              <a:rPr lang="en-IN" smtClean="0"/>
              <a:t>‹#›</a:t>
            </a:fld>
            <a:endParaRPr lang="en-IN"/>
          </a:p>
        </p:txBody>
      </p:sp>
    </p:spTree>
    <p:extLst>
      <p:ext uri="{BB962C8B-B14F-4D97-AF65-F5344CB8AC3E}">
        <p14:creationId xmlns:p14="http://schemas.microsoft.com/office/powerpoint/2010/main" val="40676017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EC767-D49D-3755-58B7-6DBC101043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0DD9C8B-CD3D-89FB-D908-5910C874ECC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1048120-50AE-F811-90B6-8473C11C02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A3BEBA-0419-1A1A-691F-23078DCAC41F}"/>
              </a:ext>
            </a:extLst>
          </p:cNvPr>
          <p:cNvSpPr>
            <a:spLocks noGrp="1"/>
          </p:cNvSpPr>
          <p:nvPr>
            <p:ph type="dt" sz="half" idx="10"/>
          </p:nvPr>
        </p:nvSpPr>
        <p:spPr/>
        <p:txBody>
          <a:bodyPr/>
          <a:lstStyle/>
          <a:p>
            <a:fld id="{A03E05DD-C86F-4743-8C7C-06A1DB36B4DF}" type="datetimeFigureOut">
              <a:rPr lang="en-IN" smtClean="0"/>
              <a:t>22-09-2026</a:t>
            </a:fld>
            <a:endParaRPr lang="en-IN"/>
          </a:p>
        </p:txBody>
      </p:sp>
      <p:sp>
        <p:nvSpPr>
          <p:cNvPr id="6" name="Footer Placeholder 5">
            <a:extLst>
              <a:ext uri="{FF2B5EF4-FFF2-40B4-BE49-F238E27FC236}">
                <a16:creationId xmlns:a16="http://schemas.microsoft.com/office/drawing/2014/main" id="{93D4A3A6-483F-9BA7-6528-AA11FF25CFE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311ADAB-CC58-26AD-233E-C13AE73C4657}"/>
              </a:ext>
            </a:extLst>
          </p:cNvPr>
          <p:cNvSpPr>
            <a:spLocks noGrp="1"/>
          </p:cNvSpPr>
          <p:nvPr>
            <p:ph type="sldNum" sz="quarter" idx="12"/>
          </p:nvPr>
        </p:nvSpPr>
        <p:spPr/>
        <p:txBody>
          <a:bodyPr/>
          <a:lstStyle/>
          <a:p>
            <a:fld id="{8D1CD400-92C3-41A6-A079-0E27169F8B23}" type="slidenum">
              <a:rPr lang="en-IN" smtClean="0"/>
              <a:t>‹#›</a:t>
            </a:fld>
            <a:endParaRPr lang="en-IN"/>
          </a:p>
        </p:txBody>
      </p:sp>
    </p:spTree>
    <p:extLst>
      <p:ext uri="{BB962C8B-B14F-4D97-AF65-F5344CB8AC3E}">
        <p14:creationId xmlns:p14="http://schemas.microsoft.com/office/powerpoint/2010/main" val="9265198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7CD56-F422-6CDD-3FEC-DE903181061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D5BBFAC-BD0D-24DB-D043-269979608C7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2A4386C-BAA5-DE69-90EF-3BCB0A6A1E9A}"/>
              </a:ext>
            </a:extLst>
          </p:cNvPr>
          <p:cNvSpPr>
            <a:spLocks noGrp="1"/>
          </p:cNvSpPr>
          <p:nvPr>
            <p:ph type="dt" sz="half" idx="10"/>
          </p:nvPr>
        </p:nvSpPr>
        <p:spPr/>
        <p:txBody>
          <a:bodyPr/>
          <a:lstStyle/>
          <a:p>
            <a:fld id="{A03E05DD-C86F-4743-8C7C-06A1DB36B4DF}" type="datetimeFigureOut">
              <a:rPr lang="en-IN" smtClean="0"/>
              <a:t>22-09-2026</a:t>
            </a:fld>
            <a:endParaRPr lang="en-IN"/>
          </a:p>
        </p:txBody>
      </p:sp>
      <p:sp>
        <p:nvSpPr>
          <p:cNvPr id="5" name="Footer Placeholder 4">
            <a:extLst>
              <a:ext uri="{FF2B5EF4-FFF2-40B4-BE49-F238E27FC236}">
                <a16:creationId xmlns:a16="http://schemas.microsoft.com/office/drawing/2014/main" id="{2ADE381E-2770-380B-4C97-4F8747A100C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61638C4-9D21-2A52-678E-0FB07C8FF8D1}"/>
              </a:ext>
            </a:extLst>
          </p:cNvPr>
          <p:cNvSpPr>
            <a:spLocks noGrp="1"/>
          </p:cNvSpPr>
          <p:nvPr>
            <p:ph type="sldNum" sz="quarter" idx="12"/>
          </p:nvPr>
        </p:nvSpPr>
        <p:spPr/>
        <p:txBody>
          <a:bodyPr/>
          <a:lstStyle/>
          <a:p>
            <a:fld id="{8D1CD400-92C3-41A6-A079-0E27169F8B23}" type="slidenum">
              <a:rPr lang="en-IN" smtClean="0"/>
              <a:t>‹#›</a:t>
            </a:fld>
            <a:endParaRPr lang="en-IN"/>
          </a:p>
        </p:txBody>
      </p:sp>
    </p:spTree>
    <p:extLst>
      <p:ext uri="{BB962C8B-B14F-4D97-AF65-F5344CB8AC3E}">
        <p14:creationId xmlns:p14="http://schemas.microsoft.com/office/powerpoint/2010/main" val="38058220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D8D6A5E-EC97-D4AF-7F3A-E68FB9BF16A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AC62D83-3899-CF53-78CE-5BC686A5196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532592F-C151-3849-5587-5ABB970CAE48}"/>
              </a:ext>
            </a:extLst>
          </p:cNvPr>
          <p:cNvSpPr>
            <a:spLocks noGrp="1"/>
          </p:cNvSpPr>
          <p:nvPr>
            <p:ph type="dt" sz="half" idx="10"/>
          </p:nvPr>
        </p:nvSpPr>
        <p:spPr/>
        <p:txBody>
          <a:bodyPr/>
          <a:lstStyle/>
          <a:p>
            <a:fld id="{A03E05DD-C86F-4743-8C7C-06A1DB36B4DF}" type="datetimeFigureOut">
              <a:rPr lang="en-IN" smtClean="0"/>
              <a:t>22-09-2026</a:t>
            </a:fld>
            <a:endParaRPr lang="en-IN"/>
          </a:p>
        </p:txBody>
      </p:sp>
      <p:sp>
        <p:nvSpPr>
          <p:cNvPr id="5" name="Footer Placeholder 4">
            <a:extLst>
              <a:ext uri="{FF2B5EF4-FFF2-40B4-BE49-F238E27FC236}">
                <a16:creationId xmlns:a16="http://schemas.microsoft.com/office/drawing/2014/main" id="{E9DBB4CD-1BF6-6B8E-CC08-66DCAE6FDAE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0C175AB-B971-F908-B248-26E437E97CE7}"/>
              </a:ext>
            </a:extLst>
          </p:cNvPr>
          <p:cNvSpPr>
            <a:spLocks noGrp="1"/>
          </p:cNvSpPr>
          <p:nvPr>
            <p:ph type="sldNum" sz="quarter" idx="12"/>
          </p:nvPr>
        </p:nvSpPr>
        <p:spPr/>
        <p:txBody>
          <a:bodyPr/>
          <a:lstStyle/>
          <a:p>
            <a:fld id="{8D1CD400-92C3-41A6-A079-0E27169F8B23}" type="slidenum">
              <a:rPr lang="en-IN" smtClean="0"/>
              <a:t>‹#›</a:t>
            </a:fld>
            <a:endParaRPr lang="en-IN"/>
          </a:p>
        </p:txBody>
      </p:sp>
    </p:spTree>
    <p:extLst>
      <p:ext uri="{BB962C8B-B14F-4D97-AF65-F5344CB8AC3E}">
        <p14:creationId xmlns:p14="http://schemas.microsoft.com/office/powerpoint/2010/main" val="37676327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D4A6E63-B7EC-1E99-DB21-2351888B3EA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4B569B2-ED54-25CF-54E9-F9B81C182B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88B65B9-3149-0DB1-BFD3-3BD9C25234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03E05DD-C86F-4743-8C7C-06A1DB36B4DF}" type="datetimeFigureOut">
              <a:rPr lang="en-IN" smtClean="0"/>
              <a:t>22-09-2026</a:t>
            </a:fld>
            <a:endParaRPr lang="en-IN"/>
          </a:p>
        </p:txBody>
      </p:sp>
      <p:sp>
        <p:nvSpPr>
          <p:cNvPr id="5" name="Footer Placeholder 4">
            <a:extLst>
              <a:ext uri="{FF2B5EF4-FFF2-40B4-BE49-F238E27FC236}">
                <a16:creationId xmlns:a16="http://schemas.microsoft.com/office/drawing/2014/main" id="{BCAF70E8-A397-6602-9888-9B939347F4E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0143294C-CBA7-17C1-E3B9-D34851667D9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D1CD400-92C3-41A6-A079-0E27169F8B23}" type="slidenum">
              <a:rPr lang="en-IN" smtClean="0"/>
              <a:t>‹#›</a:t>
            </a:fld>
            <a:endParaRPr lang="en-IN"/>
          </a:p>
        </p:txBody>
      </p:sp>
    </p:spTree>
    <p:extLst>
      <p:ext uri="{BB962C8B-B14F-4D97-AF65-F5344CB8AC3E}">
        <p14:creationId xmlns:p14="http://schemas.microsoft.com/office/powerpoint/2010/main" val="38602927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0A26C76-F0F7-96A4-D6E8-DD9461378E3B}"/>
              </a:ext>
            </a:extLst>
          </p:cNvPr>
          <p:cNvSpPr txBox="1"/>
          <p:nvPr/>
        </p:nvSpPr>
        <p:spPr>
          <a:xfrm>
            <a:off x="1591235" y="2206144"/>
            <a:ext cx="9009529" cy="584775"/>
          </a:xfrm>
          <a:prstGeom prst="rect">
            <a:avLst/>
          </a:prstGeom>
          <a:noFill/>
        </p:spPr>
        <p:txBody>
          <a:bodyPr wrap="square">
            <a:spAutoFit/>
          </a:bodyPr>
          <a:lstStyle/>
          <a:p>
            <a:pPr>
              <a:lnSpc>
                <a:spcPct val="100000"/>
              </a:lnSpc>
              <a:spcAft>
                <a:spcPts val="800"/>
              </a:spcAft>
              <a:buNone/>
            </a:pPr>
            <a:r>
              <a:rPr lang="en-IN" sz="3200" b="1" kern="100" dirty="0">
                <a:solidFill>
                  <a:schemeClr val="accent1">
                    <a:lumMod val="60000"/>
                    <a:lumOff val="40000"/>
                  </a:schemeClr>
                </a:solidFill>
                <a:effectLst/>
                <a:latin typeface="+mn-lt"/>
                <a:ea typeface="Aptos" panose="020B0004020202020204" pitchFamily="34" charset="0"/>
                <a:cs typeface="Times New Roman" panose="02020603050405020304" pitchFamily="18" charset="0"/>
              </a:rPr>
              <a:t>UNIT 1 – INTRODUCTION TO C PROGRAMMING</a:t>
            </a:r>
            <a:endParaRPr lang="en-IN" sz="3200" kern="100" dirty="0">
              <a:solidFill>
                <a:schemeClr val="accent1">
                  <a:lumMod val="60000"/>
                  <a:lumOff val="40000"/>
                </a:schemeClr>
              </a:solidFill>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5270603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AC3A2BE-D40B-FEFA-D081-678B184ABB7F}"/>
              </a:ext>
            </a:extLst>
          </p:cNvPr>
          <p:cNvSpPr txBox="1"/>
          <p:nvPr/>
        </p:nvSpPr>
        <p:spPr>
          <a:xfrm>
            <a:off x="578224" y="1110417"/>
            <a:ext cx="10797988" cy="3241913"/>
          </a:xfrm>
          <a:prstGeom prst="rect">
            <a:avLst/>
          </a:prstGeom>
          <a:noFill/>
        </p:spPr>
        <p:txBody>
          <a:bodyPr wrap="square">
            <a:spAutoFit/>
          </a:bodyPr>
          <a:lstStyle/>
          <a:p>
            <a:pPr marL="0" marR="0" indent="0" algn="l" rtl="0" fontAlgn="base">
              <a:spcAft>
                <a:spcPts val="750"/>
              </a:spcAft>
              <a:buNone/>
            </a:pPr>
            <a:r>
              <a:rPr lang="en-IN" sz="2400" b="0" i="0" spc="12" dirty="0">
                <a:solidFill>
                  <a:schemeClr val="tx1"/>
                </a:solidFill>
                <a:effectLst/>
                <a:latin typeface="+mn-lt"/>
              </a:rPr>
              <a:t>C is a general-purpose programming language developed by Dennis Ritchie at Bell Labs in 1972. It is one of the most widely used programming languages and forms the foundation of many modern programming languages.</a:t>
            </a:r>
            <a:endParaRPr lang="en-IN" sz="2400" b="0" i="0" spc="10" dirty="0">
              <a:solidFill>
                <a:schemeClr val="tx1"/>
              </a:solidFill>
              <a:effectLst/>
              <a:latin typeface="+mn-lt"/>
            </a:endParaRPr>
          </a:p>
          <a:p>
            <a:pPr marL="342900" marR="0" lvl="0" indent="-342900" algn="l" fontAlgn="base">
              <a:spcAft>
                <a:spcPts val="1800"/>
              </a:spcAft>
              <a:buFont typeface="Arial" panose="020B0604020202020204" pitchFamily="34" charset="0"/>
              <a:buChar char="•"/>
            </a:pPr>
            <a:r>
              <a:rPr lang="en-IN" sz="2400" b="0" i="0" spc="12" dirty="0">
                <a:solidFill>
                  <a:schemeClr val="tx1"/>
                </a:solidFill>
                <a:effectLst/>
                <a:latin typeface="+mn-lt"/>
              </a:rPr>
              <a:t>Supports procedural and structured programming.</a:t>
            </a:r>
            <a:endParaRPr lang="en-IN" sz="2400" b="0" i="0" spc="10" dirty="0">
              <a:solidFill>
                <a:schemeClr val="tx1"/>
              </a:solidFill>
              <a:effectLst/>
              <a:latin typeface="+mn-lt"/>
            </a:endParaRPr>
          </a:p>
          <a:p>
            <a:pPr marL="342900" marR="0" lvl="0" indent="-342900" algn="l" fontAlgn="base">
              <a:spcAft>
                <a:spcPts val="1800"/>
              </a:spcAft>
              <a:buFont typeface="Arial" panose="020B0604020202020204" pitchFamily="34" charset="0"/>
              <a:buChar char="•"/>
            </a:pPr>
            <a:r>
              <a:rPr lang="en-IN" sz="2400" b="0" i="0" spc="12" dirty="0">
                <a:solidFill>
                  <a:schemeClr val="tx1"/>
                </a:solidFill>
                <a:effectLst/>
                <a:latin typeface="+mn-lt"/>
              </a:rPr>
              <a:t>Fast execution speed and low-level memory access capabilities.</a:t>
            </a:r>
            <a:endParaRPr lang="en-IN" sz="2400" b="0" i="0" spc="10" dirty="0">
              <a:solidFill>
                <a:schemeClr val="tx1"/>
              </a:solidFill>
              <a:effectLst/>
              <a:latin typeface="+mn-lt"/>
            </a:endParaRPr>
          </a:p>
          <a:p>
            <a:pPr marL="342900" marR="0" lvl="0" indent="-342900" algn="l" fontAlgn="base">
              <a:spcAft>
                <a:spcPts val="1800"/>
              </a:spcAft>
              <a:buFont typeface="Arial" panose="020B0604020202020204" pitchFamily="34" charset="0"/>
              <a:buChar char="•"/>
            </a:pPr>
            <a:r>
              <a:rPr lang="en-IN" sz="2400" b="0" i="0" spc="12" dirty="0">
                <a:solidFill>
                  <a:schemeClr val="tx1"/>
                </a:solidFill>
                <a:effectLst/>
                <a:latin typeface="+mn-lt"/>
              </a:rPr>
              <a:t>Widely used in operating systems, embedded systems, compilers, and system software development</a:t>
            </a:r>
            <a:r>
              <a:rPr lang="en-IN" sz="1800" b="0" i="0" spc="12" dirty="0">
                <a:solidFill>
                  <a:schemeClr val="tx1"/>
                </a:solidFill>
                <a:effectLst/>
                <a:latin typeface="+mn-lt"/>
              </a:rPr>
              <a:t>.</a:t>
            </a:r>
            <a:endParaRPr lang="en-IN" sz="1350" b="0" i="0" spc="10" dirty="0">
              <a:solidFill>
                <a:srgbClr val="273239"/>
              </a:solidFill>
              <a:effectLst/>
              <a:latin typeface="Nunito" pitchFamily="2" charset="0"/>
            </a:endParaRPr>
          </a:p>
        </p:txBody>
      </p:sp>
    </p:spTree>
    <p:extLst>
      <p:ext uri="{BB962C8B-B14F-4D97-AF65-F5344CB8AC3E}">
        <p14:creationId xmlns:p14="http://schemas.microsoft.com/office/powerpoint/2010/main" val="19210629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the_main_features_of_the_c_language">
            <a:extLst>
              <a:ext uri="{FF2B5EF4-FFF2-40B4-BE49-F238E27FC236}">
                <a16:creationId xmlns:a16="http://schemas.microsoft.com/office/drawing/2014/main" id="{8D085191-C1A5-3A08-AFD7-85D09A492094}"/>
              </a:ext>
            </a:extLst>
          </p:cNvPr>
          <p:cNvPicPr>
            <a:picLocks noChangeAspect="1"/>
          </p:cNvPicPr>
          <p:nvPr/>
        </p:nvPicPr>
        <p:blipFill>
          <a:blip r:embed="rId2"/>
          <a:stretch>
            <a:fillRect/>
          </a:stretch>
        </p:blipFill>
        <p:spPr>
          <a:xfrm>
            <a:off x="1524560" y="1142159"/>
            <a:ext cx="9147361" cy="4573681"/>
          </a:xfrm>
          <a:prstGeom prst="rect">
            <a:avLst/>
          </a:prstGeom>
        </p:spPr>
      </p:pic>
    </p:spTree>
    <p:extLst>
      <p:ext uri="{BB962C8B-B14F-4D97-AF65-F5344CB8AC3E}">
        <p14:creationId xmlns:p14="http://schemas.microsoft.com/office/powerpoint/2010/main" val="3664977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F92D566-F4A0-3CCE-225C-8589EA953CD0}"/>
              </a:ext>
            </a:extLst>
          </p:cNvPr>
          <p:cNvSpPr txBox="1"/>
          <p:nvPr/>
        </p:nvSpPr>
        <p:spPr>
          <a:xfrm>
            <a:off x="968187" y="766482"/>
            <a:ext cx="10327341" cy="5170646"/>
          </a:xfrm>
          <a:prstGeom prst="rect">
            <a:avLst/>
          </a:prstGeom>
          <a:noFill/>
        </p:spPr>
        <p:txBody>
          <a:bodyPr wrap="square">
            <a:spAutoFit/>
          </a:bodyPr>
          <a:lstStyle/>
          <a:p>
            <a:pPr>
              <a:lnSpc>
                <a:spcPct val="100000"/>
              </a:lnSpc>
              <a:spcAft>
                <a:spcPts val="800"/>
              </a:spcAft>
              <a:buNone/>
            </a:pPr>
            <a:r>
              <a:rPr lang="en-IN" sz="2400" b="1" kern="100" dirty="0">
                <a:solidFill>
                  <a:srgbClr val="FF0000"/>
                </a:solidFill>
                <a:effectLst/>
                <a:latin typeface="+mn-lt"/>
                <a:ea typeface="Aptos" panose="020B0004020202020204" pitchFamily="34" charset="0"/>
                <a:cs typeface="Times New Roman" panose="02020603050405020304" pitchFamily="18" charset="0"/>
              </a:rPr>
              <a:t>UNIT 1 – INTRODUCTION TO C PROGRAMMING</a:t>
            </a:r>
            <a:endParaRPr lang="en-IN" sz="2400" kern="100" dirty="0">
              <a:solidFill>
                <a:srgbClr val="FF0000"/>
              </a:solidFill>
              <a:effectLst/>
              <a:latin typeface="+mn-lt"/>
              <a:ea typeface="Aptos" panose="020B0004020202020204" pitchFamily="34" charset="0"/>
              <a:cs typeface="Times New Roman" panose="02020603050405020304" pitchFamily="18" charset="0"/>
            </a:endParaRPr>
          </a:p>
          <a:p>
            <a:pPr>
              <a:lnSpc>
                <a:spcPct val="100000"/>
              </a:lnSpc>
              <a:spcAft>
                <a:spcPts val="800"/>
              </a:spcAft>
              <a:buNone/>
            </a:pPr>
            <a:r>
              <a:rPr lang="en-IN" sz="2400" b="1" kern="100" dirty="0">
                <a:effectLst/>
                <a:latin typeface="+mn-lt"/>
                <a:ea typeface="Aptos" panose="020B0004020202020204" pitchFamily="34" charset="0"/>
                <a:cs typeface="Times New Roman" panose="02020603050405020304" pitchFamily="18" charset="0"/>
              </a:rPr>
              <a:t>1. </a:t>
            </a:r>
            <a:r>
              <a:rPr lang="en-IN" sz="2400" b="1" kern="100" dirty="0">
                <a:solidFill>
                  <a:schemeClr val="accent1">
                    <a:lumMod val="60000"/>
                    <a:lumOff val="40000"/>
                  </a:schemeClr>
                </a:solidFill>
                <a:effectLst/>
                <a:latin typeface="+mn-lt"/>
                <a:ea typeface="Aptos" panose="020B0004020202020204" pitchFamily="34" charset="0"/>
                <a:cs typeface="Times New Roman" panose="02020603050405020304" pitchFamily="18" charset="0"/>
              </a:rPr>
              <a:t>Introduction to Computing</a:t>
            </a:r>
            <a:endParaRPr lang="en-IN" sz="2400" kern="100" dirty="0">
              <a:solidFill>
                <a:schemeClr val="accent1">
                  <a:lumMod val="60000"/>
                  <a:lumOff val="40000"/>
                </a:schemeClr>
              </a:solidFill>
              <a:effectLst/>
              <a:latin typeface="+mn-lt"/>
              <a:ea typeface="Aptos" panose="020B0004020202020204" pitchFamily="34" charset="0"/>
              <a:cs typeface="Times New Roman" panose="02020603050405020304" pitchFamily="18" charset="0"/>
            </a:endParaRPr>
          </a:p>
          <a:p>
            <a:pPr>
              <a:lnSpc>
                <a:spcPct val="100000"/>
              </a:lnSpc>
              <a:spcAft>
                <a:spcPts val="800"/>
              </a:spcAft>
              <a:buNone/>
            </a:pPr>
            <a:r>
              <a:rPr lang="en-IN" sz="2400" b="1" kern="100" dirty="0">
                <a:effectLst/>
                <a:latin typeface="+mn-lt"/>
                <a:ea typeface="Aptos" panose="020B0004020202020204" pitchFamily="34" charset="0"/>
                <a:cs typeface="Times New Roman" panose="02020603050405020304" pitchFamily="18" charset="0"/>
              </a:rPr>
              <a:t>Computing</a:t>
            </a:r>
            <a:r>
              <a:rPr lang="en-IN" sz="2400" kern="100" dirty="0">
                <a:effectLst/>
                <a:latin typeface="+mn-lt"/>
                <a:ea typeface="Aptos" panose="020B0004020202020204" pitchFamily="34" charset="0"/>
                <a:cs typeface="Times New Roman" panose="02020603050405020304" pitchFamily="18" charset="0"/>
              </a:rPr>
              <a:t> is the process of using computers to solve problems and process data.</a:t>
            </a:r>
          </a:p>
          <a:p>
            <a:pPr>
              <a:lnSpc>
                <a:spcPct val="100000"/>
              </a:lnSpc>
              <a:spcAft>
                <a:spcPts val="800"/>
              </a:spcAft>
              <a:buNone/>
            </a:pPr>
            <a:r>
              <a:rPr lang="en-IN" sz="2400" b="1" kern="100" dirty="0">
                <a:effectLst/>
                <a:latin typeface="+mn-lt"/>
                <a:ea typeface="Aptos" panose="020B0004020202020204" pitchFamily="34" charset="0"/>
                <a:cs typeface="Times New Roman" panose="02020603050405020304" pitchFamily="18" charset="0"/>
              </a:rPr>
              <a:t>Basic steps:</a:t>
            </a:r>
            <a:endParaRPr lang="en-IN" sz="2400" kern="100" dirty="0">
              <a:effectLst/>
              <a:latin typeface="+mn-lt"/>
              <a:ea typeface="Aptos" panose="020B0004020202020204" pitchFamily="34" charset="0"/>
              <a:cs typeface="Times New Roman" panose="02020603050405020304" pitchFamily="18" charset="0"/>
            </a:endParaRPr>
          </a:p>
          <a:p>
            <a:pPr>
              <a:lnSpc>
                <a:spcPct val="100000"/>
              </a:lnSpc>
              <a:spcAft>
                <a:spcPts val="800"/>
              </a:spcAft>
              <a:buNone/>
            </a:pPr>
            <a:r>
              <a:rPr lang="en-IN" sz="2400" b="1" kern="100" dirty="0">
                <a:effectLst/>
                <a:latin typeface="+mn-lt"/>
                <a:ea typeface="Aptos" panose="020B0004020202020204" pitchFamily="34" charset="0"/>
                <a:cs typeface="Times New Roman" panose="02020603050405020304" pitchFamily="18" charset="0"/>
              </a:rPr>
              <a:t>Input → Processing → Output → Storage</a:t>
            </a:r>
            <a:endParaRPr lang="en-IN" sz="2400" kern="100" dirty="0">
              <a:effectLst/>
              <a:latin typeface="+mn-lt"/>
              <a:ea typeface="Aptos" panose="020B0004020202020204" pitchFamily="34" charset="0"/>
              <a:cs typeface="Times New Roman" panose="02020603050405020304" pitchFamily="18" charset="0"/>
            </a:endParaRPr>
          </a:p>
          <a:p>
            <a:pPr marL="342900" lvl="0" indent="-342900">
              <a:lnSpc>
                <a:spcPct val="100000"/>
              </a:lnSpc>
              <a:spcAft>
                <a:spcPts val="800"/>
              </a:spcAft>
              <a:buSzPts val="1000"/>
              <a:buFont typeface="Symbol" panose="05050102010706020507" pitchFamily="18" charset="2"/>
              <a:buChar char=""/>
              <a:tabLst>
                <a:tab pos="457200" algn="l"/>
              </a:tabLst>
            </a:pPr>
            <a:r>
              <a:rPr lang="en-IN" sz="2400" b="1" kern="100" dirty="0">
                <a:effectLst/>
                <a:latin typeface="+mn-lt"/>
                <a:ea typeface="Aptos" panose="020B0004020202020204" pitchFamily="34" charset="0"/>
                <a:cs typeface="Times New Roman" panose="02020603050405020304" pitchFamily="18" charset="0"/>
              </a:rPr>
              <a:t>Input:</a:t>
            </a:r>
            <a:r>
              <a:rPr lang="en-IN" sz="2400" kern="100" dirty="0">
                <a:effectLst/>
                <a:latin typeface="+mn-lt"/>
                <a:ea typeface="Aptos" panose="020B0004020202020204" pitchFamily="34" charset="0"/>
                <a:cs typeface="Times New Roman" panose="02020603050405020304" pitchFamily="18" charset="0"/>
              </a:rPr>
              <a:t> Data given to the computer. </a:t>
            </a:r>
          </a:p>
          <a:p>
            <a:pPr marL="342900" lvl="0" indent="-342900">
              <a:lnSpc>
                <a:spcPct val="100000"/>
              </a:lnSpc>
              <a:spcAft>
                <a:spcPts val="800"/>
              </a:spcAft>
              <a:buSzPts val="1000"/>
              <a:buFont typeface="Symbol" panose="05050102010706020507" pitchFamily="18" charset="2"/>
              <a:buChar char=""/>
              <a:tabLst>
                <a:tab pos="457200" algn="l"/>
              </a:tabLst>
            </a:pPr>
            <a:r>
              <a:rPr lang="en-IN" sz="2400" b="1" kern="100" dirty="0">
                <a:effectLst/>
                <a:latin typeface="+mn-lt"/>
                <a:ea typeface="Aptos" panose="020B0004020202020204" pitchFamily="34" charset="0"/>
                <a:cs typeface="Times New Roman" panose="02020603050405020304" pitchFamily="18" charset="0"/>
              </a:rPr>
              <a:t>Processing:</a:t>
            </a:r>
            <a:r>
              <a:rPr lang="en-IN" sz="2400" kern="100" dirty="0">
                <a:effectLst/>
                <a:latin typeface="+mn-lt"/>
                <a:ea typeface="Aptos" panose="020B0004020202020204" pitchFamily="34" charset="0"/>
                <a:cs typeface="Times New Roman" panose="02020603050405020304" pitchFamily="18" charset="0"/>
              </a:rPr>
              <a:t> Computer performs operations on the data. </a:t>
            </a:r>
          </a:p>
          <a:p>
            <a:pPr marL="342900" lvl="0" indent="-342900">
              <a:lnSpc>
                <a:spcPct val="100000"/>
              </a:lnSpc>
              <a:spcAft>
                <a:spcPts val="800"/>
              </a:spcAft>
              <a:buSzPts val="1000"/>
              <a:buFont typeface="Symbol" panose="05050102010706020507" pitchFamily="18" charset="2"/>
              <a:buChar char=""/>
              <a:tabLst>
                <a:tab pos="457200" algn="l"/>
              </a:tabLst>
            </a:pPr>
            <a:r>
              <a:rPr lang="en-IN" sz="2400" b="1" kern="100" dirty="0">
                <a:effectLst/>
                <a:latin typeface="+mn-lt"/>
                <a:ea typeface="Aptos" panose="020B0004020202020204" pitchFamily="34" charset="0"/>
                <a:cs typeface="Times New Roman" panose="02020603050405020304" pitchFamily="18" charset="0"/>
              </a:rPr>
              <a:t>Output:</a:t>
            </a:r>
            <a:r>
              <a:rPr lang="en-IN" sz="2400" kern="100" dirty="0">
                <a:effectLst/>
                <a:latin typeface="+mn-lt"/>
                <a:ea typeface="Aptos" panose="020B0004020202020204" pitchFamily="34" charset="0"/>
                <a:cs typeface="Times New Roman" panose="02020603050405020304" pitchFamily="18" charset="0"/>
              </a:rPr>
              <a:t> Result produced by the computer. </a:t>
            </a:r>
          </a:p>
          <a:p>
            <a:pPr marL="342900" lvl="0" indent="-342900">
              <a:lnSpc>
                <a:spcPct val="100000"/>
              </a:lnSpc>
              <a:spcAft>
                <a:spcPts val="800"/>
              </a:spcAft>
              <a:buSzPts val="1000"/>
              <a:buFont typeface="Symbol" panose="05050102010706020507" pitchFamily="18" charset="2"/>
              <a:buChar char=""/>
              <a:tabLst>
                <a:tab pos="457200" algn="l"/>
              </a:tabLst>
            </a:pPr>
            <a:r>
              <a:rPr lang="en-IN" sz="2400" b="1" kern="100" dirty="0">
                <a:effectLst/>
                <a:latin typeface="+mn-lt"/>
                <a:ea typeface="Aptos" panose="020B0004020202020204" pitchFamily="34" charset="0"/>
                <a:cs typeface="Times New Roman" panose="02020603050405020304" pitchFamily="18" charset="0"/>
              </a:rPr>
              <a:t>Storage:</a:t>
            </a:r>
            <a:r>
              <a:rPr lang="en-IN" sz="2400" kern="100" dirty="0">
                <a:effectLst/>
                <a:latin typeface="+mn-lt"/>
                <a:ea typeface="Aptos" panose="020B0004020202020204" pitchFamily="34" charset="0"/>
                <a:cs typeface="Times New Roman" panose="02020603050405020304" pitchFamily="18" charset="0"/>
              </a:rPr>
              <a:t> Saving data/results for future use. </a:t>
            </a:r>
          </a:p>
          <a:p>
            <a:pPr algn="ctr">
              <a:lnSpc>
                <a:spcPct val="100000"/>
              </a:lnSpc>
              <a:spcAft>
                <a:spcPts val="800"/>
              </a:spcAft>
              <a:buNone/>
            </a:pPr>
            <a:br>
              <a:rPr lang="en-IN" sz="1800" kern="100" dirty="0">
                <a:effectLst/>
                <a:latin typeface="+mn-lt"/>
                <a:ea typeface="Aptos" panose="020B0004020202020204" pitchFamily="34" charset="0"/>
                <a:cs typeface="Times New Roman" panose="02020603050405020304" pitchFamily="18" charset="0"/>
              </a:rPr>
            </a:b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4071246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omponents_of_computer">
            <a:extLst>
              <a:ext uri="{FF2B5EF4-FFF2-40B4-BE49-F238E27FC236}">
                <a16:creationId xmlns:a16="http://schemas.microsoft.com/office/drawing/2014/main" id="{FA8CBE55-30CE-6556-974A-63CCCAC03D45}"/>
              </a:ext>
            </a:extLst>
          </p:cNvPr>
          <p:cNvPicPr>
            <a:picLocks noChangeAspect="1"/>
          </p:cNvPicPr>
          <p:nvPr/>
        </p:nvPicPr>
        <p:blipFill>
          <a:blip r:embed="rId2"/>
          <a:stretch>
            <a:fillRect/>
          </a:stretch>
        </p:blipFill>
        <p:spPr>
          <a:xfrm>
            <a:off x="1524560" y="1142159"/>
            <a:ext cx="9710457" cy="4855229"/>
          </a:xfrm>
          <a:prstGeom prst="rect">
            <a:avLst/>
          </a:prstGeom>
        </p:spPr>
      </p:pic>
    </p:spTree>
    <p:extLst>
      <p:ext uri="{BB962C8B-B14F-4D97-AF65-F5344CB8AC3E}">
        <p14:creationId xmlns:p14="http://schemas.microsoft.com/office/powerpoint/2010/main" val="34119222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DE50430-4322-B027-6225-770CA7A8F98A}"/>
              </a:ext>
            </a:extLst>
          </p:cNvPr>
          <p:cNvSpPr txBox="1"/>
          <p:nvPr/>
        </p:nvSpPr>
        <p:spPr>
          <a:xfrm>
            <a:off x="618564" y="992939"/>
            <a:ext cx="10609729" cy="5347618"/>
          </a:xfrm>
          <a:prstGeom prst="rect">
            <a:avLst/>
          </a:prstGeom>
          <a:noFill/>
        </p:spPr>
        <p:txBody>
          <a:bodyPr wrap="square">
            <a:spAutoFit/>
          </a:bodyPr>
          <a:lstStyle/>
          <a:p>
            <a:pPr marL="0" marR="0">
              <a:spcBef>
                <a:spcPts val="1800"/>
              </a:spcBef>
              <a:spcAft>
                <a:spcPts val="900"/>
              </a:spcAft>
              <a:buNone/>
            </a:pPr>
            <a:r>
              <a:rPr lang="en-IN" sz="2400" b="1" u="none" strike="noStrike" dirty="0">
                <a:effectLst/>
                <a:latin typeface="+mn-lt"/>
              </a:rPr>
              <a:t>Computer Hardware:</a:t>
            </a:r>
          </a:p>
          <a:p>
            <a:pPr marL="0" marR="0">
              <a:spcBef>
                <a:spcPts val="900"/>
              </a:spcBef>
              <a:spcAft>
                <a:spcPts val="1200"/>
              </a:spcAft>
              <a:buNone/>
            </a:pPr>
            <a:r>
              <a:rPr lang="en-IN" sz="2400" b="0" u="none" strike="noStrike" dirty="0">
                <a:effectLst/>
                <a:latin typeface="+mn-lt"/>
              </a:rPr>
              <a:t>Hardware includes all the physical electronic and mechanical parts of a device. It is divided into several categories: </a:t>
            </a:r>
          </a:p>
          <a:p>
            <a:pPr marL="342900" marR="0" lvl="0" indent="-342900">
              <a:spcBef>
                <a:spcPts val="900"/>
              </a:spcBef>
              <a:spcAft>
                <a:spcPts val="900"/>
              </a:spcAft>
              <a:buFont typeface="Arial" panose="020B0604020202020204" pitchFamily="34" charset="0"/>
              <a:buChar char="•"/>
            </a:pPr>
            <a:r>
              <a:rPr lang="en-IN" sz="2400" b="1" u="none" strike="noStrike" dirty="0">
                <a:effectLst/>
                <a:latin typeface="+mn-lt"/>
              </a:rPr>
              <a:t>Internal components:</a:t>
            </a:r>
            <a:r>
              <a:rPr lang="en-IN" sz="2400" b="0" u="none" strike="noStrike" dirty="0">
                <a:effectLst/>
                <a:latin typeface="+mn-lt"/>
              </a:rPr>
              <a:t> Parts inside the computer case like the Central Processing Unit (CPU), motherboard, and RAM.</a:t>
            </a:r>
          </a:p>
          <a:p>
            <a:pPr marL="342900" marR="0" lvl="0" indent="-342900">
              <a:spcBef>
                <a:spcPts val="900"/>
              </a:spcBef>
              <a:spcAft>
                <a:spcPts val="900"/>
              </a:spcAft>
              <a:buFont typeface="Arial" panose="020B0604020202020204" pitchFamily="34" charset="0"/>
              <a:buChar char="•"/>
            </a:pPr>
            <a:r>
              <a:rPr lang="en-IN" sz="2400" b="1" u="none" strike="noStrike" dirty="0">
                <a:effectLst/>
                <a:latin typeface="+mn-lt"/>
              </a:rPr>
              <a:t>Input devices:</a:t>
            </a:r>
            <a:r>
              <a:rPr lang="en-IN" sz="2400" b="0" u="none" strike="noStrike" dirty="0">
                <a:effectLst/>
                <a:latin typeface="+mn-lt"/>
              </a:rPr>
              <a:t> Tools used to send data to the computer, such as a keyboard and mouse.</a:t>
            </a:r>
          </a:p>
          <a:p>
            <a:pPr marL="342900" marR="0" lvl="0" indent="-342900">
              <a:spcBef>
                <a:spcPts val="900"/>
              </a:spcBef>
              <a:spcAft>
                <a:spcPts val="900"/>
              </a:spcAft>
              <a:buFont typeface="Arial" panose="020B0604020202020204" pitchFamily="34" charset="0"/>
              <a:buChar char="•"/>
            </a:pPr>
            <a:r>
              <a:rPr lang="en-IN" sz="2400" b="1" u="none" strike="noStrike" dirty="0">
                <a:effectLst/>
                <a:latin typeface="+mn-lt"/>
              </a:rPr>
              <a:t>Output devices:</a:t>
            </a:r>
            <a:r>
              <a:rPr lang="en-IN" sz="2400" b="0" u="none" strike="noStrike" dirty="0">
                <a:effectLst/>
                <a:latin typeface="+mn-lt"/>
              </a:rPr>
              <a:t> Tools that display or project results from the computer, such as monitors and printers.</a:t>
            </a:r>
          </a:p>
          <a:p>
            <a:pPr marL="342900" marR="0" lvl="0" indent="-342900">
              <a:spcBef>
                <a:spcPts val="900"/>
              </a:spcBef>
              <a:spcAft>
                <a:spcPts val="900"/>
              </a:spcAft>
              <a:buFont typeface="Arial" panose="020B0604020202020204" pitchFamily="34" charset="0"/>
              <a:buChar char="•"/>
            </a:pPr>
            <a:r>
              <a:rPr lang="en-IN" sz="2400" b="1" u="none" strike="noStrike" dirty="0">
                <a:effectLst/>
                <a:latin typeface="+mn-lt"/>
              </a:rPr>
              <a:t>Storage devices:</a:t>
            </a:r>
            <a:r>
              <a:rPr lang="en-IN" sz="2400" b="0" u="none" strike="noStrike" dirty="0">
                <a:effectLst/>
                <a:latin typeface="+mn-lt"/>
              </a:rPr>
              <a:t> Components that hold data, such as hard disk drives (HDDs) and solid-state drives (SSDs).</a:t>
            </a:r>
            <a:endParaRPr lang="en-IN" sz="2400" b="0" u="none" strike="noStrike" dirty="0">
              <a:effectLst/>
              <a:latin typeface="Google Sans"/>
            </a:endParaRPr>
          </a:p>
        </p:txBody>
      </p:sp>
    </p:spTree>
    <p:extLst>
      <p:ext uri="{BB962C8B-B14F-4D97-AF65-F5344CB8AC3E}">
        <p14:creationId xmlns:p14="http://schemas.microsoft.com/office/powerpoint/2010/main" val="24982729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3C76A6C-8FC9-758F-DA89-E06DE985C490}"/>
              </a:ext>
            </a:extLst>
          </p:cNvPr>
          <p:cNvPicPr>
            <a:picLocks noChangeAspect="1"/>
          </p:cNvPicPr>
          <p:nvPr/>
        </p:nvPicPr>
        <p:blipFill>
          <a:blip r:embed="rId2"/>
          <a:stretch>
            <a:fillRect/>
          </a:stretch>
        </p:blipFill>
        <p:spPr>
          <a:xfrm>
            <a:off x="1524560" y="1035440"/>
            <a:ext cx="9147361" cy="4787119"/>
          </a:xfrm>
          <a:prstGeom prst="rect">
            <a:avLst/>
          </a:prstGeom>
        </p:spPr>
      </p:pic>
    </p:spTree>
    <p:extLst>
      <p:ext uri="{BB962C8B-B14F-4D97-AF65-F5344CB8AC3E}">
        <p14:creationId xmlns:p14="http://schemas.microsoft.com/office/powerpoint/2010/main" val="17453839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9D549CA-4A17-748E-1760-ADBDD50BFDF0}"/>
              </a:ext>
            </a:extLst>
          </p:cNvPr>
          <p:cNvPicPr>
            <a:picLocks noChangeAspect="1"/>
          </p:cNvPicPr>
          <p:nvPr/>
        </p:nvPicPr>
        <p:blipFill>
          <a:blip r:embed="rId2"/>
          <a:stretch>
            <a:fillRect/>
          </a:stretch>
        </p:blipFill>
        <p:spPr>
          <a:xfrm>
            <a:off x="1524560" y="1048870"/>
            <a:ext cx="9995329" cy="5217459"/>
          </a:xfrm>
          <a:prstGeom prst="rect">
            <a:avLst/>
          </a:prstGeom>
        </p:spPr>
      </p:pic>
      <p:sp>
        <p:nvSpPr>
          <p:cNvPr id="8" name="TextBox 7">
            <a:extLst>
              <a:ext uri="{FF2B5EF4-FFF2-40B4-BE49-F238E27FC236}">
                <a16:creationId xmlns:a16="http://schemas.microsoft.com/office/drawing/2014/main" id="{72650777-E656-1744-E2B0-8B7E85B25475}"/>
              </a:ext>
            </a:extLst>
          </p:cNvPr>
          <p:cNvSpPr txBox="1"/>
          <p:nvPr/>
        </p:nvSpPr>
        <p:spPr>
          <a:xfrm>
            <a:off x="1680882" y="1048870"/>
            <a:ext cx="8986558" cy="1218282"/>
          </a:xfrm>
          <a:prstGeom prst="rect">
            <a:avLst/>
          </a:prstGeom>
          <a:noFill/>
        </p:spPr>
        <p:txBody>
          <a:bodyPr wrap="square">
            <a:spAutoFit/>
          </a:bodyPr>
          <a:lstStyle/>
          <a:p>
            <a:pPr marL="0" marR="0" indent="0" algn="l" fontAlgn="base">
              <a:spcAft>
                <a:spcPts val="1050"/>
              </a:spcAft>
              <a:buNone/>
            </a:pPr>
            <a:r>
              <a:rPr lang="en-IN" sz="2800" b="0" i="0" spc="-38" dirty="0">
                <a:solidFill>
                  <a:schemeClr val="tx1"/>
                </a:solidFill>
                <a:effectLst/>
                <a:latin typeface="+mn-lt"/>
              </a:rPr>
              <a:t>Hardware Architecture</a:t>
            </a:r>
          </a:p>
          <a:p>
            <a:pPr>
              <a:buNone/>
            </a:pPr>
            <a:br>
              <a:rPr lang="en-IN" dirty="0"/>
            </a:br>
            <a:endParaRPr lang="en-IN" dirty="0"/>
          </a:p>
        </p:txBody>
      </p:sp>
    </p:spTree>
    <p:extLst>
      <p:ext uri="{BB962C8B-B14F-4D97-AF65-F5344CB8AC3E}">
        <p14:creationId xmlns:p14="http://schemas.microsoft.com/office/powerpoint/2010/main" val="14872364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2CCA1-6FFF-8A7C-731D-B90CBA303988}"/>
              </a:ext>
            </a:extLst>
          </p:cNvPr>
          <p:cNvSpPr>
            <a:spLocks noGrp="1"/>
          </p:cNvSpPr>
          <p:nvPr>
            <p:ph type="title"/>
          </p:nvPr>
        </p:nvSpPr>
        <p:spPr>
          <a:xfrm>
            <a:off x="838200" y="1223681"/>
            <a:ext cx="10515600" cy="467007"/>
          </a:xfrm>
        </p:spPr>
        <p:txBody>
          <a:bodyPr>
            <a:normAutofit fontScale="90000"/>
          </a:bodyPr>
          <a:lstStyle/>
          <a:p>
            <a:pPr fontAlgn="base"/>
            <a:r>
              <a:rPr lang="en-IN" dirty="0">
                <a:solidFill>
                  <a:srgbClr val="FF0000"/>
                </a:solidFill>
              </a:rPr>
              <a:t>Computer Software</a:t>
            </a:r>
            <a:br>
              <a:rPr lang="en-IN" dirty="0">
                <a:solidFill>
                  <a:srgbClr val="FF0000"/>
                </a:solidFill>
              </a:rPr>
            </a:br>
            <a:br>
              <a:rPr lang="en-IN" dirty="0">
                <a:solidFill>
                  <a:srgbClr val="FF0000"/>
                </a:solidFill>
              </a:rPr>
            </a:br>
            <a:endParaRPr lang="en-IN" dirty="0">
              <a:solidFill>
                <a:srgbClr val="FF0000"/>
              </a:solidFill>
            </a:endParaRPr>
          </a:p>
        </p:txBody>
      </p:sp>
      <p:pic>
        <p:nvPicPr>
          <p:cNvPr id="4" name="Content Placeholder 3">
            <a:extLst>
              <a:ext uri="{FF2B5EF4-FFF2-40B4-BE49-F238E27FC236}">
                <a16:creationId xmlns:a16="http://schemas.microsoft.com/office/drawing/2014/main" id="{8D9487A4-FF69-DB07-5955-78173666BDC1}"/>
              </a:ext>
            </a:extLst>
          </p:cNvPr>
          <p:cNvPicPr>
            <a:picLocks noGrp="1" noChangeAspect="1"/>
          </p:cNvPicPr>
          <p:nvPr>
            <p:ph idx="1"/>
          </p:nvPr>
        </p:nvPicPr>
        <p:blipFill>
          <a:blip r:embed="rId2"/>
          <a:stretch>
            <a:fillRect/>
          </a:stretch>
        </p:blipFill>
        <p:spPr>
          <a:xfrm>
            <a:off x="1410126" y="1371600"/>
            <a:ext cx="9943674" cy="4899492"/>
          </a:xfrm>
          <a:prstGeom prst="rect">
            <a:avLst/>
          </a:prstGeom>
        </p:spPr>
      </p:pic>
    </p:spTree>
    <p:extLst>
      <p:ext uri="{BB962C8B-B14F-4D97-AF65-F5344CB8AC3E}">
        <p14:creationId xmlns:p14="http://schemas.microsoft.com/office/powerpoint/2010/main" val="2922006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216CF31-DB29-13AD-A94A-98B47FAEBD71}"/>
              </a:ext>
            </a:extLst>
          </p:cNvPr>
          <p:cNvSpPr txBox="1"/>
          <p:nvPr/>
        </p:nvSpPr>
        <p:spPr>
          <a:xfrm>
            <a:off x="954742" y="981200"/>
            <a:ext cx="10650070" cy="646331"/>
          </a:xfrm>
          <a:prstGeom prst="rect">
            <a:avLst/>
          </a:prstGeom>
          <a:noFill/>
        </p:spPr>
        <p:txBody>
          <a:bodyPr wrap="square">
            <a:spAutoFit/>
          </a:bodyPr>
          <a:lstStyle/>
          <a:p>
            <a:pPr algn="just"/>
            <a:r>
              <a:rPr lang="en-IN" sz="2800" b="1" u="none" strike="noStrike" dirty="0">
                <a:effectLst/>
                <a:latin typeface="+mn-lt"/>
              </a:rPr>
              <a:t>Programming languages</a:t>
            </a:r>
            <a:r>
              <a:rPr lang="en-IN" sz="2800" dirty="0"/>
              <a:t> are structured tools used to write instructions that a computer can understand and execute.</a:t>
            </a:r>
          </a:p>
        </p:txBody>
      </p:sp>
    </p:spTree>
    <p:extLst>
      <p:ext uri="{BB962C8B-B14F-4D97-AF65-F5344CB8AC3E}">
        <p14:creationId xmlns:p14="http://schemas.microsoft.com/office/powerpoint/2010/main" val="1494936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B586B64-8C23-976A-7356-79859667AD84}"/>
              </a:ext>
            </a:extLst>
          </p:cNvPr>
          <p:cNvPicPr>
            <a:picLocks noChangeAspect="1"/>
          </p:cNvPicPr>
          <p:nvPr/>
        </p:nvPicPr>
        <p:blipFill>
          <a:blip r:embed="rId2"/>
          <a:stretch>
            <a:fillRect/>
          </a:stretch>
        </p:blipFill>
        <p:spPr>
          <a:xfrm>
            <a:off x="1735791" y="975472"/>
            <a:ext cx="8724900" cy="4933950"/>
          </a:xfrm>
          <a:prstGeom prst="rect">
            <a:avLst/>
          </a:prstGeom>
        </p:spPr>
      </p:pic>
    </p:spTree>
    <p:extLst>
      <p:ext uri="{BB962C8B-B14F-4D97-AF65-F5344CB8AC3E}">
        <p14:creationId xmlns:p14="http://schemas.microsoft.com/office/powerpoint/2010/main" val="38544769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C6679-60E6-B3C1-1BE0-DDDE32E62145}"/>
              </a:ext>
            </a:extLst>
          </p:cNvPr>
          <p:cNvSpPr>
            <a:spLocks noGrp="1"/>
          </p:cNvSpPr>
          <p:nvPr>
            <p:ph type="title"/>
          </p:nvPr>
        </p:nvSpPr>
        <p:spPr/>
        <p:txBody>
          <a:bodyPr/>
          <a:lstStyle/>
          <a:p>
            <a:r>
              <a:rPr lang="en-IN" b="1" dirty="0"/>
              <a:t>Problem Solving Technique:</a:t>
            </a:r>
            <a:br>
              <a:rPr lang="en-IN" dirty="0"/>
            </a:br>
            <a:endParaRPr lang="en-IN" dirty="0"/>
          </a:p>
        </p:txBody>
      </p:sp>
      <p:sp>
        <p:nvSpPr>
          <p:cNvPr id="3" name="Content Placeholder 2">
            <a:extLst>
              <a:ext uri="{FF2B5EF4-FFF2-40B4-BE49-F238E27FC236}">
                <a16:creationId xmlns:a16="http://schemas.microsoft.com/office/drawing/2014/main" id="{3AF38564-AE75-5ACB-17B1-E145A49FB32F}"/>
              </a:ext>
            </a:extLst>
          </p:cNvPr>
          <p:cNvSpPr>
            <a:spLocks noGrp="1"/>
          </p:cNvSpPr>
          <p:nvPr>
            <p:ph idx="1"/>
          </p:nvPr>
        </p:nvSpPr>
        <p:spPr>
          <a:xfrm>
            <a:off x="838200" y="1129552"/>
            <a:ext cx="10515600" cy="5472953"/>
          </a:xfrm>
        </p:spPr>
        <p:txBody>
          <a:bodyPr>
            <a:normAutofit fontScale="47500" lnSpcReduction="20000"/>
          </a:bodyPr>
          <a:lstStyle/>
          <a:p>
            <a:r>
              <a:rPr lang="en-IN" sz="4200" b="1" dirty="0"/>
              <a:t>Step 1: Identify and Define Problem</a:t>
            </a:r>
            <a:endParaRPr lang="en-IN" sz="4200" dirty="0"/>
          </a:p>
          <a:p>
            <a:pPr marL="0" indent="0">
              <a:buNone/>
            </a:pPr>
            <a:r>
              <a:rPr lang="en-IN" sz="4200" dirty="0"/>
              <a:t>      Explain you problem clearly as possible as you can.</a:t>
            </a:r>
          </a:p>
          <a:p>
            <a:r>
              <a:rPr lang="en-IN" sz="4200" b="1" dirty="0"/>
              <a:t>Step 2: Generate Possible Solutions</a:t>
            </a:r>
            <a:endParaRPr lang="en-IN" sz="4200" dirty="0"/>
          </a:p>
          <a:p>
            <a:pPr marL="0" lvl="0" indent="0">
              <a:buNone/>
            </a:pPr>
            <a:r>
              <a:rPr lang="en-IN" sz="4200" dirty="0"/>
              <a:t>     List out all the solution that you find. Don’t focus on the quality of the solution</a:t>
            </a:r>
          </a:p>
          <a:p>
            <a:pPr marL="0" lvl="0" indent="0">
              <a:buNone/>
            </a:pPr>
            <a:r>
              <a:rPr lang="en-IN" sz="4200" dirty="0"/>
              <a:t>    Generate the maximum number of solution as you can without considering the quality of the solution</a:t>
            </a:r>
          </a:p>
          <a:p>
            <a:r>
              <a:rPr lang="en-IN" sz="4200" b="1" dirty="0"/>
              <a:t>Step 3: Evaluate Alternatives</a:t>
            </a:r>
            <a:endParaRPr lang="en-IN" sz="4200" dirty="0"/>
          </a:p>
          <a:p>
            <a:pPr marL="0" indent="0">
              <a:buNone/>
            </a:pPr>
            <a:r>
              <a:rPr lang="en-IN" sz="4200" dirty="0"/>
              <a:t>     After generating the maximum solution, Remove the undesired solutions.</a:t>
            </a:r>
          </a:p>
          <a:p>
            <a:r>
              <a:rPr lang="en-IN" sz="4200" b="1" dirty="0"/>
              <a:t>Step 4: Decide a Solution</a:t>
            </a:r>
            <a:endParaRPr lang="en-IN" sz="4200" dirty="0"/>
          </a:p>
          <a:p>
            <a:pPr marL="0" indent="0">
              <a:buNone/>
            </a:pPr>
            <a:r>
              <a:rPr lang="en-IN" sz="4200" dirty="0"/>
              <a:t>     After filtering all the solution, you have the best solution only. Then choose on of the best solution and    make a decision to make it as a perfect solution.</a:t>
            </a:r>
          </a:p>
          <a:p>
            <a:r>
              <a:rPr lang="en-IN" sz="4200" b="1" dirty="0"/>
              <a:t>Step 5: Implement a Solution:</a:t>
            </a:r>
            <a:endParaRPr lang="en-IN" sz="4200" dirty="0"/>
          </a:p>
          <a:p>
            <a:pPr marL="0" indent="0">
              <a:buNone/>
            </a:pPr>
            <a:r>
              <a:rPr lang="en-IN" sz="4200" dirty="0"/>
              <a:t>    After getting the best solution, Implement that solution to solve a problem.</a:t>
            </a:r>
          </a:p>
          <a:p>
            <a:r>
              <a:rPr lang="en-IN" sz="4200" b="1" dirty="0"/>
              <a:t>Step 6: Evaluate the result</a:t>
            </a:r>
            <a:endParaRPr lang="en-IN" sz="4200" dirty="0"/>
          </a:p>
          <a:p>
            <a:pPr marL="0" indent="0">
              <a:buNone/>
            </a:pPr>
            <a:r>
              <a:rPr lang="en-IN" sz="4200" dirty="0"/>
              <a:t>    After implementing a best solution, Evaluate how much you solution solve the problem. If your solution     will not solve the problem then you can again start with </a:t>
            </a:r>
            <a:r>
              <a:rPr lang="en-IN" sz="4200" b="1" dirty="0"/>
              <a:t>Step 2</a:t>
            </a:r>
            <a:r>
              <a:rPr lang="en-IN" sz="4200" dirty="0"/>
              <a:t>.</a:t>
            </a:r>
          </a:p>
          <a:p>
            <a:r>
              <a:rPr lang="en-IN" sz="4200" dirty="0"/>
              <a:t> </a:t>
            </a:r>
          </a:p>
          <a:p>
            <a:endParaRPr lang="en-IN" dirty="0"/>
          </a:p>
        </p:txBody>
      </p:sp>
    </p:spTree>
    <p:extLst>
      <p:ext uri="{BB962C8B-B14F-4D97-AF65-F5344CB8AC3E}">
        <p14:creationId xmlns:p14="http://schemas.microsoft.com/office/powerpoint/2010/main" val="37147534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8363CE7-70CA-4551-EFDC-359BDD47DD1D}"/>
              </a:ext>
            </a:extLst>
          </p:cNvPr>
          <p:cNvSpPr txBox="1"/>
          <p:nvPr/>
        </p:nvSpPr>
        <p:spPr>
          <a:xfrm>
            <a:off x="968188" y="685800"/>
            <a:ext cx="10273553" cy="5642570"/>
          </a:xfrm>
          <a:prstGeom prst="rect">
            <a:avLst/>
          </a:prstGeom>
          <a:noFill/>
        </p:spPr>
        <p:txBody>
          <a:bodyPr wrap="square">
            <a:spAutoFit/>
          </a:bodyPr>
          <a:lstStyle/>
          <a:p>
            <a:pPr>
              <a:lnSpc>
                <a:spcPct val="100000"/>
              </a:lnSpc>
              <a:spcAft>
                <a:spcPts val="800"/>
              </a:spcAft>
              <a:buNone/>
            </a:pPr>
            <a:r>
              <a:rPr lang="en-IN" sz="2400" b="1" kern="100" dirty="0">
                <a:solidFill>
                  <a:schemeClr val="accent1">
                    <a:lumMod val="60000"/>
                    <a:lumOff val="40000"/>
                  </a:schemeClr>
                </a:solidFill>
                <a:effectLst/>
                <a:latin typeface="+mn-lt"/>
                <a:ea typeface="Aptos" panose="020B0004020202020204" pitchFamily="34" charset="0"/>
                <a:cs typeface="Times New Roman" panose="02020603050405020304" pitchFamily="18" charset="0"/>
              </a:rPr>
              <a:t>2. Problem Solving Techniques</a:t>
            </a:r>
            <a:endParaRPr lang="en-IN" sz="2400" kern="100" dirty="0">
              <a:solidFill>
                <a:schemeClr val="accent1">
                  <a:lumMod val="60000"/>
                  <a:lumOff val="40000"/>
                </a:schemeClr>
              </a:solidFill>
              <a:effectLst/>
              <a:latin typeface="+mn-lt"/>
              <a:ea typeface="Aptos" panose="020B0004020202020204" pitchFamily="34" charset="0"/>
              <a:cs typeface="Times New Roman" panose="02020603050405020304" pitchFamily="18" charset="0"/>
            </a:endParaRPr>
          </a:p>
          <a:p>
            <a:pPr>
              <a:lnSpc>
                <a:spcPct val="100000"/>
              </a:lnSpc>
              <a:spcAft>
                <a:spcPts val="800"/>
              </a:spcAft>
              <a:buNone/>
            </a:pPr>
            <a:r>
              <a:rPr lang="en-IN" sz="2400" kern="100" dirty="0">
                <a:effectLst/>
                <a:latin typeface="+mn-lt"/>
                <a:ea typeface="Aptos" panose="020B0004020202020204" pitchFamily="34" charset="0"/>
                <a:cs typeface="Times New Roman" panose="02020603050405020304" pitchFamily="18" charset="0"/>
              </a:rPr>
              <a:t>Problem solving means finding a systematic way to solve a given problem using a computer.</a:t>
            </a:r>
          </a:p>
          <a:p>
            <a:pPr>
              <a:lnSpc>
                <a:spcPct val="100000"/>
              </a:lnSpc>
              <a:spcAft>
                <a:spcPts val="800"/>
              </a:spcAft>
              <a:buNone/>
            </a:pPr>
            <a:r>
              <a:rPr lang="en-IN" sz="2400" b="1" kern="100" dirty="0">
                <a:effectLst/>
                <a:latin typeface="+mn-lt"/>
                <a:ea typeface="Aptos" panose="020B0004020202020204" pitchFamily="34" charset="0"/>
                <a:cs typeface="Times New Roman" panose="02020603050405020304" pitchFamily="18" charset="0"/>
              </a:rPr>
              <a:t>Main steps:</a:t>
            </a:r>
            <a:endParaRPr lang="en-IN" sz="2400" kern="100" dirty="0">
              <a:effectLst/>
              <a:latin typeface="+mn-lt"/>
              <a:ea typeface="Aptos" panose="020B0004020202020204" pitchFamily="34" charset="0"/>
              <a:cs typeface="Times New Roman" panose="02020603050405020304" pitchFamily="18" charset="0"/>
            </a:endParaRPr>
          </a:p>
          <a:p>
            <a:pPr marL="342900" lvl="0" indent="-342900">
              <a:lnSpc>
                <a:spcPct val="100000"/>
              </a:lnSpc>
              <a:spcAft>
                <a:spcPts val="800"/>
              </a:spcAft>
              <a:buFont typeface="+mj-lt"/>
              <a:buAutoNum type="arabicPeriod"/>
              <a:tabLst>
                <a:tab pos="457200" algn="l"/>
              </a:tabLst>
            </a:pPr>
            <a:r>
              <a:rPr lang="en-IN" sz="2400" kern="100" dirty="0">
                <a:effectLst/>
                <a:latin typeface="+mn-lt"/>
                <a:ea typeface="Aptos" panose="020B0004020202020204" pitchFamily="34" charset="0"/>
                <a:cs typeface="Times New Roman" panose="02020603050405020304" pitchFamily="18" charset="0"/>
              </a:rPr>
              <a:t>Understand the problem. </a:t>
            </a:r>
          </a:p>
          <a:p>
            <a:pPr marL="342900" lvl="0" indent="-342900">
              <a:lnSpc>
                <a:spcPct val="100000"/>
              </a:lnSpc>
              <a:spcAft>
                <a:spcPts val="800"/>
              </a:spcAft>
              <a:buFont typeface="+mj-lt"/>
              <a:buAutoNum type="arabicPeriod"/>
              <a:tabLst>
                <a:tab pos="457200" algn="l"/>
              </a:tabLst>
            </a:pPr>
            <a:r>
              <a:rPr lang="en-IN" sz="2400" kern="100" dirty="0">
                <a:effectLst/>
                <a:latin typeface="+mn-lt"/>
                <a:ea typeface="Aptos" panose="020B0004020202020204" pitchFamily="34" charset="0"/>
                <a:cs typeface="Times New Roman" panose="02020603050405020304" pitchFamily="18" charset="0"/>
              </a:rPr>
              <a:t>Identify </a:t>
            </a:r>
            <a:r>
              <a:rPr lang="en-IN" sz="2400" b="1" kern="100" dirty="0">
                <a:effectLst/>
                <a:latin typeface="+mn-lt"/>
                <a:ea typeface="Aptos" panose="020B0004020202020204" pitchFamily="34" charset="0"/>
                <a:cs typeface="Times New Roman" panose="02020603050405020304" pitchFamily="18" charset="0"/>
              </a:rPr>
              <a:t>input</a:t>
            </a:r>
            <a:r>
              <a:rPr lang="en-IN" sz="2400" kern="100" dirty="0">
                <a:effectLst/>
                <a:latin typeface="+mn-lt"/>
                <a:ea typeface="Aptos" panose="020B0004020202020204" pitchFamily="34" charset="0"/>
                <a:cs typeface="Times New Roman" panose="02020603050405020304" pitchFamily="18" charset="0"/>
              </a:rPr>
              <a:t> and </a:t>
            </a:r>
            <a:r>
              <a:rPr lang="en-IN" sz="2400" b="1" kern="100" dirty="0">
                <a:effectLst/>
                <a:latin typeface="+mn-lt"/>
                <a:ea typeface="Aptos" panose="020B0004020202020204" pitchFamily="34" charset="0"/>
                <a:cs typeface="Times New Roman" panose="02020603050405020304" pitchFamily="18" charset="0"/>
              </a:rPr>
              <a:t>output</a:t>
            </a:r>
            <a:r>
              <a:rPr lang="en-IN" sz="2400" kern="100" dirty="0">
                <a:effectLst/>
                <a:latin typeface="+mn-lt"/>
                <a:ea typeface="Aptos" panose="020B0004020202020204" pitchFamily="34" charset="0"/>
                <a:cs typeface="Times New Roman" panose="02020603050405020304" pitchFamily="18" charset="0"/>
              </a:rPr>
              <a:t>. </a:t>
            </a:r>
          </a:p>
          <a:p>
            <a:pPr marL="342900" lvl="0" indent="-342900">
              <a:lnSpc>
                <a:spcPct val="100000"/>
              </a:lnSpc>
              <a:spcAft>
                <a:spcPts val="800"/>
              </a:spcAft>
              <a:buFont typeface="+mj-lt"/>
              <a:buAutoNum type="arabicPeriod"/>
              <a:tabLst>
                <a:tab pos="457200" algn="l"/>
              </a:tabLst>
            </a:pPr>
            <a:r>
              <a:rPr lang="en-IN" sz="2400" kern="100" dirty="0">
                <a:effectLst/>
                <a:latin typeface="+mn-lt"/>
                <a:ea typeface="Aptos" panose="020B0004020202020204" pitchFamily="34" charset="0"/>
                <a:cs typeface="Times New Roman" panose="02020603050405020304" pitchFamily="18" charset="0"/>
              </a:rPr>
              <a:t>Develop an algorithm. </a:t>
            </a:r>
          </a:p>
          <a:p>
            <a:pPr marL="342900" lvl="0" indent="-342900">
              <a:lnSpc>
                <a:spcPct val="100000"/>
              </a:lnSpc>
              <a:spcAft>
                <a:spcPts val="800"/>
              </a:spcAft>
              <a:buFont typeface="+mj-lt"/>
              <a:buAutoNum type="arabicPeriod"/>
              <a:tabLst>
                <a:tab pos="457200" algn="l"/>
              </a:tabLst>
            </a:pPr>
            <a:r>
              <a:rPr lang="en-IN" sz="2400" kern="100" dirty="0">
                <a:effectLst/>
                <a:latin typeface="+mn-lt"/>
                <a:ea typeface="Aptos" panose="020B0004020202020204" pitchFamily="34" charset="0"/>
                <a:cs typeface="Times New Roman" panose="02020603050405020304" pitchFamily="18" charset="0"/>
              </a:rPr>
              <a:t>Represent the solution using a flowchart/pseudocode. </a:t>
            </a:r>
          </a:p>
          <a:p>
            <a:pPr marL="342900" lvl="0" indent="-342900">
              <a:lnSpc>
                <a:spcPct val="100000"/>
              </a:lnSpc>
              <a:spcAft>
                <a:spcPts val="800"/>
              </a:spcAft>
              <a:buFont typeface="+mj-lt"/>
              <a:buAutoNum type="arabicPeriod"/>
              <a:tabLst>
                <a:tab pos="457200" algn="l"/>
              </a:tabLst>
            </a:pPr>
            <a:r>
              <a:rPr lang="en-IN" sz="2400" kern="100" dirty="0">
                <a:effectLst/>
                <a:latin typeface="+mn-lt"/>
                <a:ea typeface="Aptos" panose="020B0004020202020204" pitchFamily="34" charset="0"/>
                <a:cs typeface="Times New Roman" panose="02020603050405020304" pitchFamily="18" charset="0"/>
              </a:rPr>
              <a:t>Write the C program. </a:t>
            </a:r>
          </a:p>
          <a:p>
            <a:pPr marL="342900" lvl="0" indent="-342900">
              <a:lnSpc>
                <a:spcPct val="100000"/>
              </a:lnSpc>
              <a:spcAft>
                <a:spcPts val="800"/>
              </a:spcAft>
              <a:buFont typeface="+mj-lt"/>
              <a:buAutoNum type="arabicPeriod"/>
              <a:tabLst>
                <a:tab pos="457200" algn="l"/>
              </a:tabLst>
            </a:pPr>
            <a:r>
              <a:rPr lang="en-IN" sz="2400" kern="100" dirty="0">
                <a:effectLst/>
                <a:latin typeface="+mn-lt"/>
                <a:ea typeface="Aptos" panose="020B0004020202020204" pitchFamily="34" charset="0"/>
                <a:cs typeface="Times New Roman" panose="02020603050405020304" pitchFamily="18" charset="0"/>
              </a:rPr>
              <a:t>Compile and execute. </a:t>
            </a:r>
          </a:p>
          <a:p>
            <a:pPr marL="342900" lvl="0" indent="-342900">
              <a:lnSpc>
                <a:spcPct val="100000"/>
              </a:lnSpc>
              <a:spcAft>
                <a:spcPts val="800"/>
              </a:spcAft>
              <a:buFont typeface="+mj-lt"/>
              <a:buAutoNum type="arabicPeriod"/>
              <a:tabLst>
                <a:tab pos="457200" algn="l"/>
              </a:tabLst>
            </a:pPr>
            <a:r>
              <a:rPr lang="en-IN" sz="2400" kern="100" dirty="0">
                <a:effectLst/>
                <a:latin typeface="+mn-lt"/>
                <a:ea typeface="Aptos" panose="020B0004020202020204" pitchFamily="34" charset="0"/>
                <a:cs typeface="Times New Roman" panose="02020603050405020304" pitchFamily="18" charset="0"/>
              </a:rPr>
              <a:t>Test and debug the program. </a:t>
            </a:r>
          </a:p>
          <a:p>
            <a:pPr algn="ctr">
              <a:lnSpc>
                <a:spcPct val="100000"/>
              </a:lnSpc>
              <a:spcAft>
                <a:spcPts val="800"/>
              </a:spcAft>
              <a:buNone/>
            </a:pPr>
            <a:br>
              <a:rPr lang="en-IN" sz="1800" kern="100" dirty="0">
                <a:effectLst/>
                <a:latin typeface="+mn-lt"/>
                <a:ea typeface="Aptos" panose="020B0004020202020204" pitchFamily="34" charset="0"/>
                <a:cs typeface="Times New Roman" panose="02020603050405020304" pitchFamily="18" charset="0"/>
              </a:rPr>
            </a:b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6631873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C20F92D-B744-7E91-8CC2-96AE55E60574}"/>
              </a:ext>
            </a:extLst>
          </p:cNvPr>
          <p:cNvSpPr txBox="1"/>
          <p:nvPr/>
        </p:nvSpPr>
        <p:spPr>
          <a:xfrm>
            <a:off x="649941" y="563723"/>
            <a:ext cx="10892117" cy="6966010"/>
          </a:xfrm>
          <a:prstGeom prst="rect">
            <a:avLst/>
          </a:prstGeom>
          <a:noFill/>
        </p:spPr>
        <p:txBody>
          <a:bodyPr wrap="square">
            <a:spAutoFit/>
          </a:bodyPr>
          <a:lstStyle/>
          <a:p>
            <a:pPr>
              <a:lnSpc>
                <a:spcPct val="100000"/>
              </a:lnSpc>
              <a:spcAft>
                <a:spcPts val="800"/>
              </a:spcAft>
              <a:buNone/>
            </a:pPr>
            <a:r>
              <a:rPr lang="en-IN" sz="2400" b="1" kern="100" dirty="0">
                <a:solidFill>
                  <a:schemeClr val="accent1">
                    <a:lumMod val="60000"/>
                    <a:lumOff val="40000"/>
                  </a:schemeClr>
                </a:solidFill>
                <a:effectLst/>
                <a:latin typeface="+mn-lt"/>
                <a:ea typeface="Aptos" panose="020B0004020202020204" pitchFamily="34" charset="0"/>
                <a:cs typeface="Times New Roman" panose="02020603050405020304" pitchFamily="18" charset="0"/>
              </a:rPr>
              <a:t> Algorithm</a:t>
            </a:r>
            <a:endParaRPr lang="en-IN" sz="2400" kern="100" dirty="0">
              <a:solidFill>
                <a:schemeClr val="accent1">
                  <a:lumMod val="60000"/>
                  <a:lumOff val="40000"/>
                </a:schemeClr>
              </a:solidFill>
              <a:effectLst/>
              <a:latin typeface="+mn-lt"/>
              <a:ea typeface="Aptos" panose="020B0004020202020204" pitchFamily="34" charset="0"/>
              <a:cs typeface="Times New Roman" panose="02020603050405020304" pitchFamily="18" charset="0"/>
            </a:endParaRPr>
          </a:p>
          <a:p>
            <a:pPr>
              <a:lnSpc>
                <a:spcPct val="100000"/>
              </a:lnSpc>
              <a:spcAft>
                <a:spcPts val="800"/>
              </a:spcAft>
              <a:buNone/>
            </a:pPr>
            <a:r>
              <a:rPr lang="en-IN" sz="2400" kern="100" dirty="0">
                <a:effectLst/>
                <a:latin typeface="+mn-lt"/>
                <a:ea typeface="Aptos" panose="020B0004020202020204" pitchFamily="34" charset="0"/>
                <a:cs typeface="Times New Roman" panose="02020603050405020304" pitchFamily="18" charset="0"/>
              </a:rPr>
              <a:t>An </a:t>
            </a:r>
            <a:r>
              <a:rPr lang="en-IN" sz="2400" b="1" kern="100" dirty="0">
                <a:effectLst/>
                <a:latin typeface="+mn-lt"/>
                <a:ea typeface="Aptos" panose="020B0004020202020204" pitchFamily="34" charset="0"/>
                <a:cs typeface="Times New Roman" panose="02020603050405020304" pitchFamily="18" charset="0"/>
              </a:rPr>
              <a:t>algorithm</a:t>
            </a:r>
            <a:r>
              <a:rPr lang="en-IN" sz="2400" kern="100" dirty="0">
                <a:effectLst/>
                <a:latin typeface="+mn-lt"/>
                <a:ea typeface="Aptos" panose="020B0004020202020204" pitchFamily="34" charset="0"/>
                <a:cs typeface="Times New Roman" panose="02020603050405020304" pitchFamily="18" charset="0"/>
              </a:rPr>
              <a:t> is a finite sequence of clear and step-by-step instructions used to solve a problem.</a:t>
            </a:r>
          </a:p>
          <a:p>
            <a:pPr>
              <a:lnSpc>
                <a:spcPct val="100000"/>
              </a:lnSpc>
              <a:spcAft>
                <a:spcPts val="800"/>
              </a:spcAft>
              <a:buNone/>
            </a:pPr>
            <a:r>
              <a:rPr lang="en-IN" sz="2400" b="1" kern="100" dirty="0">
                <a:effectLst/>
                <a:latin typeface="+mn-lt"/>
                <a:ea typeface="Aptos" panose="020B0004020202020204" pitchFamily="34" charset="0"/>
                <a:cs typeface="Times New Roman" panose="02020603050405020304" pitchFamily="18" charset="0"/>
              </a:rPr>
              <a:t>Characteristics:</a:t>
            </a:r>
            <a:endParaRPr lang="en-IN" sz="2400" kern="100" dirty="0">
              <a:effectLst/>
              <a:latin typeface="+mn-lt"/>
              <a:ea typeface="Aptos" panose="020B0004020202020204" pitchFamily="34" charset="0"/>
              <a:cs typeface="Times New Roman" panose="02020603050405020304" pitchFamily="18" charset="0"/>
            </a:endParaRPr>
          </a:p>
          <a:p>
            <a:pPr marL="342900" lvl="0" indent="-342900">
              <a:lnSpc>
                <a:spcPct val="100000"/>
              </a:lnSpc>
              <a:spcAft>
                <a:spcPts val="800"/>
              </a:spcAft>
              <a:buSzPts val="1000"/>
              <a:buFont typeface="Symbol" panose="05050102010706020507" pitchFamily="18" charset="2"/>
              <a:buChar char=""/>
              <a:tabLst>
                <a:tab pos="457200" algn="l"/>
              </a:tabLst>
            </a:pPr>
            <a:r>
              <a:rPr lang="en-IN" sz="2400" b="1" kern="100" dirty="0">
                <a:effectLst/>
                <a:latin typeface="+mn-lt"/>
                <a:ea typeface="Aptos" panose="020B0004020202020204" pitchFamily="34" charset="0"/>
                <a:cs typeface="Times New Roman" panose="02020603050405020304" pitchFamily="18" charset="0"/>
              </a:rPr>
              <a:t>Input:</a:t>
            </a:r>
            <a:r>
              <a:rPr lang="en-IN" sz="2400" kern="100" dirty="0">
                <a:effectLst/>
                <a:latin typeface="+mn-lt"/>
                <a:ea typeface="Aptos" panose="020B0004020202020204" pitchFamily="34" charset="0"/>
                <a:cs typeface="Times New Roman" panose="02020603050405020304" pitchFamily="18" charset="0"/>
              </a:rPr>
              <a:t> Accepts zero or more inputs. </a:t>
            </a:r>
          </a:p>
          <a:p>
            <a:pPr marL="342900" lvl="0" indent="-342900">
              <a:lnSpc>
                <a:spcPct val="100000"/>
              </a:lnSpc>
              <a:spcAft>
                <a:spcPts val="800"/>
              </a:spcAft>
              <a:buSzPts val="1000"/>
              <a:buFont typeface="Symbol" panose="05050102010706020507" pitchFamily="18" charset="2"/>
              <a:buChar char=""/>
              <a:tabLst>
                <a:tab pos="457200" algn="l"/>
              </a:tabLst>
            </a:pPr>
            <a:r>
              <a:rPr lang="en-IN" sz="2400" b="1" kern="100" dirty="0">
                <a:effectLst/>
                <a:latin typeface="+mn-lt"/>
                <a:ea typeface="Aptos" panose="020B0004020202020204" pitchFamily="34" charset="0"/>
                <a:cs typeface="Times New Roman" panose="02020603050405020304" pitchFamily="18" charset="0"/>
              </a:rPr>
              <a:t>Output:</a:t>
            </a:r>
            <a:r>
              <a:rPr lang="en-IN" sz="2400" kern="100" dirty="0">
                <a:effectLst/>
                <a:latin typeface="+mn-lt"/>
                <a:ea typeface="Aptos" panose="020B0004020202020204" pitchFamily="34" charset="0"/>
                <a:cs typeface="Times New Roman" panose="02020603050405020304" pitchFamily="18" charset="0"/>
              </a:rPr>
              <a:t> Produces at least one result. </a:t>
            </a:r>
          </a:p>
          <a:p>
            <a:pPr marL="342900" lvl="0" indent="-342900">
              <a:lnSpc>
                <a:spcPct val="100000"/>
              </a:lnSpc>
              <a:spcAft>
                <a:spcPts val="800"/>
              </a:spcAft>
              <a:buSzPts val="1000"/>
              <a:buFont typeface="Symbol" panose="05050102010706020507" pitchFamily="18" charset="2"/>
              <a:buChar char=""/>
              <a:tabLst>
                <a:tab pos="457200" algn="l"/>
              </a:tabLst>
            </a:pPr>
            <a:r>
              <a:rPr lang="en-IN" sz="2400" b="1" kern="100" dirty="0">
                <a:effectLst/>
                <a:latin typeface="+mn-lt"/>
                <a:ea typeface="Aptos" panose="020B0004020202020204" pitchFamily="34" charset="0"/>
                <a:cs typeface="Times New Roman" panose="02020603050405020304" pitchFamily="18" charset="0"/>
              </a:rPr>
              <a:t>Definiteness:</a:t>
            </a:r>
            <a:r>
              <a:rPr lang="en-IN" sz="2400" kern="100" dirty="0">
                <a:effectLst/>
                <a:latin typeface="+mn-lt"/>
                <a:ea typeface="Aptos" panose="020B0004020202020204" pitchFamily="34" charset="0"/>
                <a:cs typeface="Times New Roman" panose="02020603050405020304" pitchFamily="18" charset="0"/>
              </a:rPr>
              <a:t> Every step must be clear. </a:t>
            </a:r>
          </a:p>
          <a:p>
            <a:pPr marL="342900" lvl="0" indent="-342900">
              <a:lnSpc>
                <a:spcPct val="100000"/>
              </a:lnSpc>
              <a:spcAft>
                <a:spcPts val="800"/>
              </a:spcAft>
              <a:buSzPts val="1000"/>
              <a:buFont typeface="Symbol" panose="05050102010706020507" pitchFamily="18" charset="2"/>
              <a:buChar char=""/>
              <a:tabLst>
                <a:tab pos="457200" algn="l"/>
              </a:tabLst>
            </a:pPr>
            <a:r>
              <a:rPr lang="en-IN" sz="2400" b="1" kern="100" dirty="0">
                <a:effectLst/>
                <a:latin typeface="+mn-lt"/>
                <a:ea typeface="Aptos" panose="020B0004020202020204" pitchFamily="34" charset="0"/>
                <a:cs typeface="Times New Roman" panose="02020603050405020304" pitchFamily="18" charset="0"/>
              </a:rPr>
              <a:t>Finiteness:</a:t>
            </a:r>
            <a:r>
              <a:rPr lang="en-IN" sz="2400" kern="100" dirty="0">
                <a:effectLst/>
                <a:latin typeface="+mn-lt"/>
                <a:ea typeface="Aptos" panose="020B0004020202020204" pitchFamily="34" charset="0"/>
                <a:cs typeface="Times New Roman" panose="02020603050405020304" pitchFamily="18" charset="0"/>
              </a:rPr>
              <a:t> Must terminate after a finite number of steps. </a:t>
            </a:r>
          </a:p>
          <a:p>
            <a:pPr marL="342900" lvl="0" indent="-342900">
              <a:lnSpc>
                <a:spcPct val="100000"/>
              </a:lnSpc>
              <a:spcAft>
                <a:spcPts val="800"/>
              </a:spcAft>
              <a:buSzPts val="1000"/>
              <a:buFont typeface="Symbol" panose="05050102010706020507" pitchFamily="18" charset="2"/>
              <a:buChar char=""/>
              <a:tabLst>
                <a:tab pos="457200" algn="l"/>
              </a:tabLst>
            </a:pPr>
            <a:r>
              <a:rPr lang="en-IN" sz="2400" b="1" kern="100" dirty="0">
                <a:effectLst/>
                <a:latin typeface="+mn-lt"/>
                <a:ea typeface="Aptos" panose="020B0004020202020204" pitchFamily="34" charset="0"/>
                <a:cs typeface="Times New Roman" panose="02020603050405020304" pitchFamily="18" charset="0"/>
              </a:rPr>
              <a:t>Effectiveness:</a:t>
            </a:r>
            <a:r>
              <a:rPr lang="en-IN" sz="2400" kern="100" dirty="0">
                <a:effectLst/>
                <a:latin typeface="+mn-lt"/>
                <a:ea typeface="Aptos" panose="020B0004020202020204" pitchFamily="34" charset="0"/>
                <a:cs typeface="Times New Roman" panose="02020603050405020304" pitchFamily="18" charset="0"/>
              </a:rPr>
              <a:t> Each step should be practical and executable. </a:t>
            </a:r>
          </a:p>
          <a:p>
            <a:pPr>
              <a:lnSpc>
                <a:spcPct val="100000"/>
              </a:lnSpc>
              <a:spcAft>
                <a:spcPts val="800"/>
              </a:spcAft>
              <a:buNone/>
            </a:pPr>
            <a:r>
              <a:rPr lang="en-IN" sz="2400" b="1" kern="100" dirty="0">
                <a:effectLst/>
                <a:latin typeface="+mn-lt"/>
                <a:ea typeface="Aptos" panose="020B0004020202020204" pitchFamily="34" charset="0"/>
                <a:cs typeface="Times New Roman" panose="02020603050405020304" pitchFamily="18" charset="0"/>
              </a:rPr>
              <a:t>Example: Add two numbers</a:t>
            </a:r>
            <a:endParaRPr lang="en-IN" sz="2400" kern="100" dirty="0">
              <a:effectLst/>
              <a:latin typeface="+mn-lt"/>
              <a:ea typeface="Aptos" panose="020B0004020202020204" pitchFamily="34" charset="0"/>
              <a:cs typeface="Times New Roman" panose="02020603050405020304" pitchFamily="18" charset="0"/>
            </a:endParaRPr>
          </a:p>
          <a:p>
            <a:pPr marL="342900" lvl="0" indent="-342900">
              <a:lnSpc>
                <a:spcPct val="100000"/>
              </a:lnSpc>
              <a:spcAft>
                <a:spcPts val="800"/>
              </a:spcAft>
              <a:buFont typeface="+mj-lt"/>
              <a:buAutoNum type="arabicPeriod"/>
              <a:tabLst>
                <a:tab pos="457200" algn="l"/>
              </a:tabLst>
            </a:pPr>
            <a:r>
              <a:rPr lang="en-IN" sz="2400" kern="100" dirty="0">
                <a:effectLst/>
                <a:latin typeface="+mn-lt"/>
                <a:ea typeface="Aptos" panose="020B0004020202020204" pitchFamily="34" charset="0"/>
                <a:cs typeface="Times New Roman" panose="02020603050405020304" pitchFamily="18" charset="0"/>
              </a:rPr>
              <a:t>Start </a:t>
            </a:r>
          </a:p>
          <a:p>
            <a:pPr marL="342900" lvl="0" indent="-342900">
              <a:lnSpc>
                <a:spcPct val="100000"/>
              </a:lnSpc>
              <a:spcAft>
                <a:spcPts val="800"/>
              </a:spcAft>
              <a:buFont typeface="+mj-lt"/>
              <a:buAutoNum type="arabicPeriod"/>
              <a:tabLst>
                <a:tab pos="457200" algn="l"/>
              </a:tabLst>
            </a:pPr>
            <a:r>
              <a:rPr lang="en-IN" sz="2400" kern="100" dirty="0">
                <a:effectLst/>
                <a:latin typeface="+mn-lt"/>
                <a:ea typeface="Aptos" panose="020B0004020202020204" pitchFamily="34" charset="0"/>
                <a:cs typeface="Times New Roman" panose="02020603050405020304" pitchFamily="18" charset="0"/>
              </a:rPr>
              <a:t>Read A and B </a:t>
            </a:r>
          </a:p>
          <a:p>
            <a:pPr marL="342900" lvl="0" indent="-342900">
              <a:lnSpc>
                <a:spcPct val="100000"/>
              </a:lnSpc>
              <a:spcAft>
                <a:spcPts val="800"/>
              </a:spcAft>
              <a:buFont typeface="+mj-lt"/>
              <a:buAutoNum type="arabicPeriod"/>
              <a:tabLst>
                <a:tab pos="457200" algn="l"/>
              </a:tabLst>
            </a:pPr>
            <a:r>
              <a:rPr lang="en-IN" sz="2400" kern="100" dirty="0">
                <a:effectLst/>
                <a:latin typeface="+mn-lt"/>
                <a:ea typeface="Aptos" panose="020B0004020202020204" pitchFamily="34" charset="0"/>
                <a:cs typeface="Times New Roman" panose="02020603050405020304" pitchFamily="18" charset="0"/>
              </a:rPr>
              <a:t>Calculate SUM = A + B </a:t>
            </a:r>
          </a:p>
          <a:p>
            <a:pPr marL="342900" lvl="0" indent="-342900">
              <a:lnSpc>
                <a:spcPct val="100000"/>
              </a:lnSpc>
              <a:spcAft>
                <a:spcPts val="800"/>
              </a:spcAft>
              <a:buFont typeface="+mj-lt"/>
              <a:buAutoNum type="arabicPeriod"/>
              <a:tabLst>
                <a:tab pos="457200" algn="l"/>
              </a:tabLst>
            </a:pPr>
            <a:r>
              <a:rPr lang="en-IN" sz="2400" kern="100" dirty="0">
                <a:effectLst/>
                <a:latin typeface="+mn-lt"/>
                <a:ea typeface="Aptos" panose="020B0004020202020204" pitchFamily="34" charset="0"/>
                <a:cs typeface="Times New Roman" panose="02020603050405020304" pitchFamily="18" charset="0"/>
              </a:rPr>
              <a:t>Display SUM </a:t>
            </a:r>
          </a:p>
          <a:p>
            <a:pPr marL="342900" lvl="0" indent="-342900">
              <a:lnSpc>
                <a:spcPct val="100000"/>
              </a:lnSpc>
              <a:spcAft>
                <a:spcPts val="800"/>
              </a:spcAft>
              <a:buFont typeface="+mj-lt"/>
              <a:buAutoNum type="arabicPeriod"/>
              <a:tabLst>
                <a:tab pos="457200" algn="l"/>
              </a:tabLst>
            </a:pPr>
            <a:r>
              <a:rPr lang="en-IN" sz="2400" kern="100" dirty="0">
                <a:effectLst/>
                <a:latin typeface="+mn-lt"/>
                <a:ea typeface="Aptos" panose="020B0004020202020204" pitchFamily="34" charset="0"/>
                <a:cs typeface="Times New Roman" panose="02020603050405020304" pitchFamily="18" charset="0"/>
              </a:rPr>
              <a:t>Stop </a:t>
            </a: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9482814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0329EA8-A463-35B7-D2C8-EF8251F146A5}"/>
              </a:ext>
            </a:extLst>
          </p:cNvPr>
          <p:cNvSpPr txBox="1"/>
          <p:nvPr/>
        </p:nvSpPr>
        <p:spPr>
          <a:xfrm>
            <a:off x="645459" y="721292"/>
            <a:ext cx="11080376" cy="2349361"/>
          </a:xfrm>
          <a:prstGeom prst="rect">
            <a:avLst/>
          </a:prstGeom>
          <a:noFill/>
        </p:spPr>
        <p:txBody>
          <a:bodyPr wrap="square">
            <a:spAutoFit/>
          </a:bodyPr>
          <a:lstStyle/>
          <a:p>
            <a:pPr>
              <a:lnSpc>
                <a:spcPct val="100000"/>
              </a:lnSpc>
              <a:spcAft>
                <a:spcPts val="800"/>
              </a:spcAft>
              <a:buNone/>
            </a:pPr>
            <a:r>
              <a:rPr lang="en-IN" sz="2400" b="1" kern="100" dirty="0">
                <a:effectLst/>
                <a:latin typeface="+mn-lt"/>
                <a:ea typeface="Aptos" panose="020B0004020202020204" pitchFamily="34" charset="0"/>
                <a:cs typeface="Times New Roman" panose="02020603050405020304" pitchFamily="18" charset="0"/>
              </a:rPr>
              <a:t>4. Flowcharts</a:t>
            </a:r>
            <a:endParaRPr lang="en-IN" sz="2400" kern="100" dirty="0">
              <a:effectLst/>
              <a:latin typeface="+mn-lt"/>
              <a:ea typeface="Aptos" panose="020B0004020202020204" pitchFamily="34" charset="0"/>
              <a:cs typeface="Times New Roman" panose="02020603050405020304" pitchFamily="18" charset="0"/>
            </a:endParaRPr>
          </a:p>
          <a:p>
            <a:pPr>
              <a:lnSpc>
                <a:spcPct val="100000"/>
              </a:lnSpc>
              <a:spcAft>
                <a:spcPts val="800"/>
              </a:spcAft>
              <a:buNone/>
            </a:pPr>
            <a:r>
              <a:rPr lang="en-IN" sz="2400" kern="100" dirty="0">
                <a:effectLst/>
                <a:latin typeface="+mn-lt"/>
                <a:ea typeface="Aptos" panose="020B0004020202020204" pitchFamily="34" charset="0"/>
                <a:cs typeface="Times New Roman" panose="02020603050405020304" pitchFamily="18" charset="0"/>
              </a:rPr>
              <a:t>A </a:t>
            </a:r>
            <a:r>
              <a:rPr lang="en-IN" sz="2400" b="1" kern="100" dirty="0">
                <a:effectLst/>
                <a:latin typeface="+mn-lt"/>
                <a:ea typeface="Aptos" panose="020B0004020202020204" pitchFamily="34" charset="0"/>
                <a:cs typeface="Times New Roman" panose="02020603050405020304" pitchFamily="18" charset="0"/>
              </a:rPr>
              <a:t>flowchart</a:t>
            </a:r>
            <a:r>
              <a:rPr lang="en-IN" sz="2400" kern="100" dirty="0">
                <a:effectLst/>
                <a:latin typeface="+mn-lt"/>
                <a:ea typeface="Aptos" panose="020B0004020202020204" pitchFamily="34" charset="0"/>
                <a:cs typeface="Times New Roman" panose="02020603050405020304" pitchFamily="18" charset="0"/>
              </a:rPr>
              <a:t> is a graphical representation of an algorithm. </a:t>
            </a:r>
          </a:p>
          <a:p>
            <a:pPr>
              <a:lnSpc>
                <a:spcPct val="100000"/>
              </a:lnSpc>
              <a:spcAft>
                <a:spcPts val="800"/>
              </a:spcAft>
              <a:buNone/>
            </a:pPr>
            <a:endParaRPr lang="en-IN" sz="2400" b="1" kern="100" dirty="0">
              <a:ea typeface="Aptos" panose="020B0004020202020204" pitchFamily="34" charset="0"/>
              <a:cs typeface="Times New Roman" panose="02020603050405020304" pitchFamily="18" charset="0"/>
            </a:endParaRPr>
          </a:p>
          <a:p>
            <a:pPr>
              <a:lnSpc>
                <a:spcPct val="100000"/>
              </a:lnSpc>
              <a:spcAft>
                <a:spcPts val="800"/>
              </a:spcAft>
              <a:buNone/>
            </a:pPr>
            <a:r>
              <a:rPr lang="en-IN" sz="2400" b="1" kern="100" dirty="0">
                <a:effectLst/>
                <a:latin typeface="+mn-lt"/>
                <a:ea typeface="Aptos" panose="020B0004020202020204" pitchFamily="34" charset="0"/>
                <a:cs typeface="Times New Roman" panose="02020603050405020304" pitchFamily="18" charset="0"/>
              </a:rPr>
              <a:t>Important symbols:</a:t>
            </a:r>
          </a:p>
          <a:p>
            <a:pPr>
              <a:lnSpc>
                <a:spcPct val="100000"/>
              </a:lnSpc>
              <a:spcAft>
                <a:spcPts val="800"/>
              </a:spcAft>
              <a:buNone/>
            </a:pP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p:txBody>
      </p:sp>
      <p:graphicFrame>
        <p:nvGraphicFramePr>
          <p:cNvPr id="9" name="Table 8">
            <a:extLst>
              <a:ext uri="{FF2B5EF4-FFF2-40B4-BE49-F238E27FC236}">
                <a16:creationId xmlns:a16="http://schemas.microsoft.com/office/drawing/2014/main" id="{9E427484-AA7D-40CC-B23E-EF1FD47F2C25}"/>
              </a:ext>
            </a:extLst>
          </p:cNvPr>
          <p:cNvGraphicFramePr>
            <a:graphicFrameLocks noGrp="1"/>
          </p:cNvGraphicFramePr>
          <p:nvPr>
            <p:extLst>
              <p:ext uri="{D42A27DB-BD31-4B8C-83A1-F6EECF244321}">
                <p14:modId xmlns:p14="http://schemas.microsoft.com/office/powerpoint/2010/main" val="825802939"/>
              </p:ext>
            </p:extLst>
          </p:nvPr>
        </p:nvGraphicFramePr>
        <p:xfrm>
          <a:off x="838200" y="2649070"/>
          <a:ext cx="9166412" cy="3487638"/>
        </p:xfrm>
        <a:graphic>
          <a:graphicData uri="http://schemas.openxmlformats.org/drawingml/2006/table">
            <a:tbl>
              <a:tblPr firstRow="1" firstCol="1" bandRow="1">
                <a:tableStyleId>{5C22544A-7EE6-4342-B048-85BDC9FD1C3A}</a:tableStyleId>
              </a:tblPr>
              <a:tblGrid>
                <a:gridCol w="4583206">
                  <a:extLst>
                    <a:ext uri="{9D8B030D-6E8A-4147-A177-3AD203B41FA5}">
                      <a16:colId xmlns:a16="http://schemas.microsoft.com/office/drawing/2014/main" val="36302721"/>
                    </a:ext>
                  </a:extLst>
                </a:gridCol>
                <a:gridCol w="4583206">
                  <a:extLst>
                    <a:ext uri="{9D8B030D-6E8A-4147-A177-3AD203B41FA5}">
                      <a16:colId xmlns:a16="http://schemas.microsoft.com/office/drawing/2014/main" val="1756940655"/>
                    </a:ext>
                  </a:extLst>
                </a:gridCol>
              </a:tblGrid>
              <a:tr h="581273">
                <a:tc>
                  <a:txBody>
                    <a:bodyPr/>
                    <a:lstStyle/>
                    <a:p>
                      <a:pPr>
                        <a:lnSpc>
                          <a:spcPct val="115000"/>
                        </a:lnSpc>
                        <a:spcAft>
                          <a:spcPts val="800"/>
                        </a:spcAft>
                        <a:buNone/>
                      </a:pPr>
                      <a:r>
                        <a:rPr lang="en-IN" sz="1200" kern="100" dirty="0">
                          <a:effectLst/>
                        </a:rPr>
                        <a:t>Symbol</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IN" sz="1200" kern="100">
                          <a:effectLst/>
                        </a:rPr>
                        <a:t>Purpose</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098764781"/>
                  </a:ext>
                </a:extLst>
              </a:tr>
              <a:tr h="581273">
                <a:tc>
                  <a:txBody>
                    <a:bodyPr/>
                    <a:lstStyle/>
                    <a:p>
                      <a:pPr>
                        <a:lnSpc>
                          <a:spcPct val="115000"/>
                        </a:lnSpc>
                        <a:spcAft>
                          <a:spcPts val="800"/>
                        </a:spcAft>
                        <a:buNone/>
                      </a:pPr>
                      <a:r>
                        <a:rPr lang="en-IN" sz="1200" kern="100">
                          <a:effectLst/>
                        </a:rPr>
                        <a:t>Oval</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IN" sz="1200" kern="100">
                          <a:effectLst/>
                        </a:rPr>
                        <a:t>Start / Stop</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761580812"/>
                  </a:ext>
                </a:extLst>
              </a:tr>
              <a:tr h="581273">
                <a:tc>
                  <a:txBody>
                    <a:bodyPr/>
                    <a:lstStyle/>
                    <a:p>
                      <a:pPr>
                        <a:lnSpc>
                          <a:spcPct val="115000"/>
                        </a:lnSpc>
                        <a:spcAft>
                          <a:spcPts val="800"/>
                        </a:spcAft>
                        <a:buNone/>
                      </a:pPr>
                      <a:r>
                        <a:rPr lang="en-IN" sz="1200" kern="100">
                          <a:effectLst/>
                        </a:rPr>
                        <a:t>Rectangle</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IN" sz="1200" kern="100">
                          <a:effectLst/>
                        </a:rPr>
                        <a:t>Process</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19177781"/>
                  </a:ext>
                </a:extLst>
              </a:tr>
              <a:tr h="581273">
                <a:tc>
                  <a:txBody>
                    <a:bodyPr/>
                    <a:lstStyle/>
                    <a:p>
                      <a:pPr>
                        <a:lnSpc>
                          <a:spcPct val="115000"/>
                        </a:lnSpc>
                        <a:spcAft>
                          <a:spcPts val="800"/>
                        </a:spcAft>
                        <a:buNone/>
                      </a:pPr>
                      <a:r>
                        <a:rPr lang="en-IN" sz="1200" kern="100">
                          <a:effectLst/>
                        </a:rPr>
                        <a:t>Parallelogram</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IN" sz="1200" kern="100">
                          <a:effectLst/>
                        </a:rPr>
                        <a:t>Input / Output</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095217416"/>
                  </a:ext>
                </a:extLst>
              </a:tr>
              <a:tr h="581273">
                <a:tc>
                  <a:txBody>
                    <a:bodyPr/>
                    <a:lstStyle/>
                    <a:p>
                      <a:pPr>
                        <a:lnSpc>
                          <a:spcPct val="115000"/>
                        </a:lnSpc>
                        <a:spcAft>
                          <a:spcPts val="800"/>
                        </a:spcAft>
                        <a:buNone/>
                      </a:pPr>
                      <a:r>
                        <a:rPr lang="en-IN" sz="1200" kern="100">
                          <a:effectLst/>
                        </a:rPr>
                        <a:t>Diamond</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IN" sz="1200" kern="100">
                          <a:effectLst/>
                        </a:rPr>
                        <a:t>Decision</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193916614"/>
                  </a:ext>
                </a:extLst>
              </a:tr>
              <a:tr h="581273">
                <a:tc>
                  <a:txBody>
                    <a:bodyPr/>
                    <a:lstStyle/>
                    <a:p>
                      <a:pPr>
                        <a:lnSpc>
                          <a:spcPct val="115000"/>
                        </a:lnSpc>
                        <a:spcAft>
                          <a:spcPts val="800"/>
                        </a:spcAft>
                        <a:buNone/>
                      </a:pPr>
                      <a:r>
                        <a:rPr lang="en-IN" sz="1200" kern="100">
                          <a:effectLst/>
                        </a:rPr>
                        <a:t>Arrow</a:t>
                      </a:r>
                      <a:endParaRPr lang="en-IN"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IN" sz="1200" kern="100" dirty="0">
                          <a:effectLst/>
                        </a:rPr>
                        <a:t>Flow direction</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928967561"/>
                  </a:ext>
                </a:extLst>
              </a:tr>
            </a:tbl>
          </a:graphicData>
        </a:graphic>
      </p:graphicFrame>
    </p:spTree>
    <p:extLst>
      <p:ext uri="{BB962C8B-B14F-4D97-AF65-F5344CB8AC3E}">
        <p14:creationId xmlns:p14="http://schemas.microsoft.com/office/powerpoint/2010/main" val="35186521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How to draw &lt;b&gt;Flowchart&lt;/b&gt; in &lt;b&gt;C Programming&lt;/b&gt; Language - Online Free ...">
            <a:extLst>
              <a:ext uri="{FF2B5EF4-FFF2-40B4-BE49-F238E27FC236}">
                <a16:creationId xmlns:a16="http://schemas.microsoft.com/office/drawing/2014/main" id="{68172501-CD34-95C5-C1DD-BD5E3D5BC762}"/>
              </a:ext>
            </a:extLst>
          </p:cNvPr>
          <p:cNvPicPr>
            <a:picLocks noChangeAspect="1"/>
          </p:cNvPicPr>
          <p:nvPr/>
        </p:nvPicPr>
        <p:blipFill>
          <a:blip r:embed="rId2"/>
          <a:stretch>
            <a:fillRect/>
          </a:stretch>
        </p:blipFill>
        <p:spPr>
          <a:xfrm>
            <a:off x="2339788" y="1233487"/>
            <a:ext cx="7046259" cy="4723560"/>
          </a:xfrm>
          <a:prstGeom prst="rect">
            <a:avLst/>
          </a:prstGeom>
        </p:spPr>
      </p:pic>
    </p:spTree>
    <p:extLst>
      <p:ext uri="{BB962C8B-B14F-4D97-AF65-F5344CB8AC3E}">
        <p14:creationId xmlns:p14="http://schemas.microsoft.com/office/powerpoint/2010/main" val="4052840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514930D-47D4-F007-9CFA-340296FC7400}"/>
              </a:ext>
            </a:extLst>
          </p:cNvPr>
          <p:cNvPicPr>
            <a:picLocks noChangeAspect="1"/>
          </p:cNvPicPr>
          <p:nvPr/>
        </p:nvPicPr>
        <p:blipFill>
          <a:blip r:embed="rId2"/>
          <a:stretch>
            <a:fillRect/>
          </a:stretch>
        </p:blipFill>
        <p:spPr>
          <a:xfrm>
            <a:off x="2944906" y="870697"/>
            <a:ext cx="6736976" cy="5570444"/>
          </a:xfrm>
          <a:prstGeom prst="rect">
            <a:avLst/>
          </a:prstGeom>
        </p:spPr>
      </p:pic>
    </p:spTree>
    <p:extLst>
      <p:ext uri="{BB962C8B-B14F-4D97-AF65-F5344CB8AC3E}">
        <p14:creationId xmlns:p14="http://schemas.microsoft.com/office/powerpoint/2010/main" val="30838700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D4A2C73-DC37-FA24-603C-97122F266F09}"/>
              </a:ext>
            </a:extLst>
          </p:cNvPr>
          <p:cNvSpPr txBox="1"/>
          <p:nvPr/>
        </p:nvSpPr>
        <p:spPr>
          <a:xfrm>
            <a:off x="1344706" y="847165"/>
            <a:ext cx="9977718" cy="3190617"/>
          </a:xfrm>
          <a:prstGeom prst="rect">
            <a:avLst/>
          </a:prstGeom>
          <a:noFill/>
        </p:spPr>
        <p:txBody>
          <a:bodyPr wrap="square">
            <a:spAutoFit/>
          </a:bodyPr>
          <a:lstStyle/>
          <a:p>
            <a:pPr>
              <a:lnSpc>
                <a:spcPct val="100000"/>
              </a:lnSpc>
              <a:spcAft>
                <a:spcPts val="800"/>
              </a:spcAft>
              <a:buNone/>
            </a:pPr>
            <a:r>
              <a:rPr lang="en-IN" sz="2400" b="1" kern="100" dirty="0">
                <a:effectLst/>
                <a:latin typeface="+mn-lt"/>
                <a:ea typeface="Aptos" panose="020B0004020202020204" pitchFamily="34" charset="0"/>
                <a:cs typeface="Times New Roman" panose="02020603050405020304" pitchFamily="18" charset="0"/>
              </a:rPr>
              <a:t>Advantages:</a:t>
            </a:r>
            <a:endParaRPr lang="en-IN" sz="2400" kern="100" dirty="0">
              <a:effectLst/>
              <a:latin typeface="+mn-lt"/>
              <a:ea typeface="Aptos" panose="020B0004020202020204" pitchFamily="34" charset="0"/>
              <a:cs typeface="Times New Roman" panose="02020603050405020304" pitchFamily="18" charset="0"/>
            </a:endParaRPr>
          </a:p>
          <a:p>
            <a:pPr marL="342900" lvl="0" indent="-342900">
              <a:lnSpc>
                <a:spcPct val="100000"/>
              </a:lnSpc>
              <a:spcAft>
                <a:spcPts val="800"/>
              </a:spcAft>
              <a:buSzPts val="1000"/>
              <a:buFont typeface="Symbol" panose="05050102010706020507" pitchFamily="18" charset="2"/>
              <a:buChar char=""/>
              <a:tabLst>
                <a:tab pos="457200" algn="l"/>
              </a:tabLst>
            </a:pPr>
            <a:r>
              <a:rPr lang="en-IN" sz="2400" kern="100" dirty="0">
                <a:effectLst/>
                <a:latin typeface="+mn-lt"/>
                <a:ea typeface="Aptos" panose="020B0004020202020204" pitchFamily="34" charset="0"/>
                <a:cs typeface="Times New Roman" panose="02020603050405020304" pitchFamily="18" charset="0"/>
              </a:rPr>
              <a:t>Easy to understand. </a:t>
            </a:r>
          </a:p>
          <a:p>
            <a:pPr marL="342900" lvl="0" indent="-342900">
              <a:lnSpc>
                <a:spcPct val="100000"/>
              </a:lnSpc>
              <a:spcAft>
                <a:spcPts val="800"/>
              </a:spcAft>
              <a:buSzPts val="1000"/>
              <a:buFont typeface="Symbol" panose="05050102010706020507" pitchFamily="18" charset="2"/>
              <a:buChar char=""/>
              <a:tabLst>
                <a:tab pos="457200" algn="l"/>
              </a:tabLst>
            </a:pPr>
            <a:r>
              <a:rPr lang="en-IN" sz="2400" kern="100" dirty="0">
                <a:effectLst/>
                <a:latin typeface="+mn-lt"/>
                <a:ea typeface="Aptos" panose="020B0004020202020204" pitchFamily="34" charset="0"/>
                <a:cs typeface="Times New Roman" panose="02020603050405020304" pitchFamily="18" charset="0"/>
              </a:rPr>
              <a:t>Helps in program planning. </a:t>
            </a:r>
          </a:p>
          <a:p>
            <a:pPr marL="342900" lvl="0" indent="-342900">
              <a:lnSpc>
                <a:spcPct val="100000"/>
              </a:lnSpc>
              <a:spcAft>
                <a:spcPts val="800"/>
              </a:spcAft>
              <a:buSzPts val="1000"/>
              <a:buFont typeface="Symbol" panose="05050102010706020507" pitchFamily="18" charset="2"/>
              <a:buChar char=""/>
              <a:tabLst>
                <a:tab pos="457200" algn="l"/>
              </a:tabLst>
            </a:pPr>
            <a:r>
              <a:rPr lang="en-IN" sz="2400" kern="100" dirty="0">
                <a:effectLst/>
                <a:latin typeface="+mn-lt"/>
                <a:ea typeface="Aptos" panose="020B0004020202020204" pitchFamily="34" charset="0"/>
                <a:cs typeface="Times New Roman" panose="02020603050405020304" pitchFamily="18" charset="0"/>
              </a:rPr>
              <a:t>Makes errors easier to identify. </a:t>
            </a:r>
          </a:p>
          <a:p>
            <a:pPr marL="342900" lvl="0" indent="-342900">
              <a:lnSpc>
                <a:spcPct val="100000"/>
              </a:lnSpc>
              <a:spcAft>
                <a:spcPts val="800"/>
              </a:spcAft>
              <a:buSzPts val="1000"/>
              <a:buFont typeface="Symbol" panose="05050102010706020507" pitchFamily="18" charset="2"/>
              <a:buChar char=""/>
              <a:tabLst>
                <a:tab pos="457200" algn="l"/>
              </a:tabLst>
            </a:pPr>
            <a:r>
              <a:rPr lang="en-IN" sz="2400" kern="100" dirty="0">
                <a:effectLst/>
                <a:latin typeface="+mn-lt"/>
                <a:ea typeface="Aptos" panose="020B0004020202020204" pitchFamily="34" charset="0"/>
                <a:cs typeface="Times New Roman" panose="02020603050405020304" pitchFamily="18" charset="0"/>
              </a:rPr>
              <a:t>Provides a visual representation of the solution. </a:t>
            </a:r>
          </a:p>
          <a:p>
            <a:pPr algn="ctr">
              <a:lnSpc>
                <a:spcPct val="100000"/>
              </a:lnSpc>
              <a:spcAft>
                <a:spcPts val="800"/>
              </a:spcAft>
              <a:buNone/>
            </a:pPr>
            <a:br>
              <a:rPr lang="en-IN" sz="2400" kern="100" dirty="0">
                <a:effectLst/>
                <a:latin typeface="+mn-lt"/>
                <a:ea typeface="Aptos" panose="020B0004020202020204" pitchFamily="34" charset="0"/>
                <a:cs typeface="Times New Roman" panose="02020603050405020304" pitchFamily="18" charset="0"/>
              </a:rPr>
            </a:b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5813915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BAF8E3D-3DF6-DB92-CDD2-850E8DCA27C6}"/>
              </a:ext>
            </a:extLst>
          </p:cNvPr>
          <p:cNvSpPr txBox="1"/>
          <p:nvPr/>
        </p:nvSpPr>
        <p:spPr>
          <a:xfrm>
            <a:off x="699248" y="673910"/>
            <a:ext cx="10529047" cy="4606389"/>
          </a:xfrm>
          <a:prstGeom prst="rect">
            <a:avLst/>
          </a:prstGeom>
          <a:noFill/>
        </p:spPr>
        <p:txBody>
          <a:bodyPr wrap="square">
            <a:spAutoFit/>
          </a:bodyPr>
          <a:lstStyle/>
          <a:p>
            <a:pPr>
              <a:lnSpc>
                <a:spcPct val="100000"/>
              </a:lnSpc>
              <a:spcAft>
                <a:spcPts val="800"/>
              </a:spcAft>
              <a:buNone/>
            </a:pPr>
            <a:r>
              <a:rPr lang="en-IN" sz="2400" b="1" kern="100" dirty="0">
                <a:effectLst/>
                <a:latin typeface="+mn-lt"/>
                <a:ea typeface="Aptos" panose="020B0004020202020204" pitchFamily="34" charset="0"/>
                <a:cs typeface="Times New Roman" panose="02020603050405020304" pitchFamily="18" charset="0"/>
              </a:rPr>
              <a:t> </a:t>
            </a:r>
            <a:r>
              <a:rPr lang="en-IN" sz="2400" b="1" kern="100" dirty="0">
                <a:solidFill>
                  <a:schemeClr val="accent1">
                    <a:lumMod val="60000"/>
                    <a:lumOff val="40000"/>
                  </a:schemeClr>
                </a:solidFill>
                <a:effectLst/>
                <a:latin typeface="+mn-lt"/>
                <a:ea typeface="Aptos" panose="020B0004020202020204" pitchFamily="34" charset="0"/>
                <a:cs typeface="Times New Roman" panose="02020603050405020304" pitchFamily="18" charset="0"/>
              </a:rPr>
              <a:t>Pseudocode</a:t>
            </a:r>
            <a:endParaRPr lang="en-IN" sz="2400" kern="100" dirty="0">
              <a:solidFill>
                <a:schemeClr val="accent1">
                  <a:lumMod val="60000"/>
                  <a:lumOff val="40000"/>
                </a:schemeClr>
              </a:solidFill>
              <a:effectLst/>
              <a:latin typeface="+mn-lt"/>
              <a:ea typeface="Aptos" panose="020B0004020202020204" pitchFamily="34" charset="0"/>
              <a:cs typeface="Times New Roman" panose="02020603050405020304" pitchFamily="18" charset="0"/>
            </a:endParaRPr>
          </a:p>
          <a:p>
            <a:pPr>
              <a:lnSpc>
                <a:spcPct val="100000"/>
              </a:lnSpc>
              <a:spcAft>
                <a:spcPts val="800"/>
              </a:spcAft>
              <a:buNone/>
            </a:pPr>
            <a:r>
              <a:rPr lang="en-IN" sz="2400" b="1" kern="100" dirty="0">
                <a:effectLst/>
                <a:latin typeface="+mn-lt"/>
                <a:ea typeface="Aptos" panose="020B0004020202020204" pitchFamily="34" charset="0"/>
                <a:cs typeface="Times New Roman" panose="02020603050405020304" pitchFamily="18" charset="0"/>
              </a:rPr>
              <a:t>Pseudocode</a:t>
            </a:r>
            <a:r>
              <a:rPr lang="en-IN" sz="2400" kern="100" dirty="0">
                <a:effectLst/>
                <a:latin typeface="+mn-lt"/>
                <a:ea typeface="Aptos" panose="020B0004020202020204" pitchFamily="34" charset="0"/>
                <a:cs typeface="Times New Roman" panose="02020603050405020304" pitchFamily="18" charset="0"/>
              </a:rPr>
              <a:t> is a simple, informal way of writing the steps of an algorithm using English-like statements.</a:t>
            </a:r>
          </a:p>
          <a:p>
            <a:pPr>
              <a:lnSpc>
                <a:spcPct val="100000"/>
              </a:lnSpc>
              <a:spcAft>
                <a:spcPts val="800"/>
              </a:spcAft>
              <a:buNone/>
            </a:pPr>
            <a:r>
              <a:rPr lang="en-IN" sz="2400" b="1" kern="100" dirty="0">
                <a:effectLst/>
                <a:latin typeface="+mn-lt"/>
                <a:ea typeface="Aptos" panose="020B0004020202020204" pitchFamily="34" charset="0"/>
                <a:cs typeface="Times New Roman" panose="02020603050405020304" pitchFamily="18" charset="0"/>
              </a:rPr>
              <a:t>Example:</a:t>
            </a:r>
            <a:endParaRPr lang="en-IN" sz="2400" kern="100" dirty="0">
              <a:effectLst/>
              <a:latin typeface="+mn-lt"/>
              <a:ea typeface="Aptos" panose="020B0004020202020204" pitchFamily="34" charset="0"/>
              <a:cs typeface="Times New Roman" panose="02020603050405020304" pitchFamily="18" charset="0"/>
            </a:endParaRPr>
          </a:p>
          <a:p>
            <a:pPr>
              <a:lnSpc>
                <a:spcPct val="100000"/>
              </a:lnSpc>
              <a:spcAft>
                <a:spcPts val="800"/>
              </a:spcAft>
              <a:buNone/>
            </a:pPr>
            <a:r>
              <a:rPr lang="en-IN" sz="2400" kern="100" dirty="0">
                <a:effectLst/>
                <a:latin typeface="+mn-lt"/>
                <a:ea typeface="Aptos" panose="020B0004020202020204" pitchFamily="34" charset="0"/>
                <a:cs typeface="Times New Roman" panose="02020603050405020304" pitchFamily="18" charset="0"/>
              </a:rPr>
              <a:t>START</a:t>
            </a:r>
          </a:p>
          <a:p>
            <a:pPr>
              <a:lnSpc>
                <a:spcPct val="100000"/>
              </a:lnSpc>
              <a:spcAft>
                <a:spcPts val="800"/>
              </a:spcAft>
              <a:buNone/>
            </a:pPr>
            <a:r>
              <a:rPr lang="en-IN" sz="2400" kern="100" dirty="0">
                <a:effectLst/>
                <a:latin typeface="+mn-lt"/>
                <a:ea typeface="Aptos" panose="020B0004020202020204" pitchFamily="34" charset="0"/>
                <a:cs typeface="Times New Roman" panose="02020603050405020304" pitchFamily="18" charset="0"/>
              </a:rPr>
              <a:t>READ A, B</a:t>
            </a:r>
          </a:p>
          <a:p>
            <a:pPr>
              <a:lnSpc>
                <a:spcPct val="100000"/>
              </a:lnSpc>
              <a:spcAft>
                <a:spcPts val="800"/>
              </a:spcAft>
              <a:buNone/>
            </a:pPr>
            <a:r>
              <a:rPr lang="en-IN" sz="2400" kern="100" dirty="0">
                <a:effectLst/>
                <a:latin typeface="+mn-lt"/>
                <a:ea typeface="Aptos" panose="020B0004020202020204" pitchFamily="34" charset="0"/>
                <a:cs typeface="Times New Roman" panose="02020603050405020304" pitchFamily="18" charset="0"/>
              </a:rPr>
              <a:t>SUM = A + B</a:t>
            </a:r>
          </a:p>
          <a:p>
            <a:pPr>
              <a:lnSpc>
                <a:spcPct val="100000"/>
              </a:lnSpc>
              <a:spcAft>
                <a:spcPts val="800"/>
              </a:spcAft>
              <a:buNone/>
            </a:pPr>
            <a:r>
              <a:rPr lang="en-IN" sz="2400" kern="100" dirty="0">
                <a:effectLst/>
                <a:latin typeface="+mn-lt"/>
                <a:ea typeface="Aptos" panose="020B0004020202020204" pitchFamily="34" charset="0"/>
                <a:cs typeface="Times New Roman" panose="02020603050405020304" pitchFamily="18" charset="0"/>
              </a:rPr>
              <a:t>PRINT SUM</a:t>
            </a:r>
          </a:p>
          <a:p>
            <a:pPr>
              <a:lnSpc>
                <a:spcPct val="100000"/>
              </a:lnSpc>
              <a:spcAft>
                <a:spcPts val="800"/>
              </a:spcAft>
              <a:buNone/>
            </a:pPr>
            <a:r>
              <a:rPr lang="en-IN" sz="2400" kern="100" dirty="0">
                <a:effectLst/>
                <a:latin typeface="+mn-lt"/>
                <a:ea typeface="Aptos" panose="020B0004020202020204" pitchFamily="34" charset="0"/>
                <a:cs typeface="Times New Roman" panose="02020603050405020304" pitchFamily="18" charset="0"/>
              </a:rPr>
              <a:t>STOP</a:t>
            </a:r>
          </a:p>
          <a:p>
            <a:pPr>
              <a:buNone/>
            </a:pPr>
            <a:r>
              <a:rPr lang="en-IN" sz="2400" dirty="0">
                <a:effectLst/>
                <a:latin typeface="+mn-lt"/>
                <a:ea typeface="Aptos" panose="020B0004020202020204" pitchFamily="34" charset="0"/>
                <a:cs typeface="Times New Roman" panose="02020603050405020304" pitchFamily="18" charset="0"/>
              </a:rPr>
              <a:t>It is </a:t>
            </a:r>
            <a:r>
              <a:rPr lang="en-IN" sz="2400" b="1" dirty="0">
                <a:effectLst/>
                <a:latin typeface="+mn-lt"/>
                <a:ea typeface="Aptos" panose="020B0004020202020204" pitchFamily="34" charset="0"/>
                <a:cs typeface="Times New Roman" panose="02020603050405020304" pitchFamily="18" charset="0"/>
              </a:rPr>
              <a:t>not an actual programming language</a:t>
            </a:r>
            <a:r>
              <a:rPr lang="en-IN" sz="2400" dirty="0">
                <a:effectLst/>
                <a:latin typeface="+mn-lt"/>
                <a:ea typeface="Aptos" panose="020B0004020202020204" pitchFamily="34" charset="0"/>
                <a:cs typeface="Times New Roman" panose="02020603050405020304" pitchFamily="18" charset="0"/>
              </a:rPr>
              <a:t> and does not follow C syntax</a:t>
            </a:r>
            <a:endParaRPr lang="en-IN" sz="2400" dirty="0"/>
          </a:p>
        </p:txBody>
      </p:sp>
    </p:spTree>
    <p:extLst>
      <p:ext uri="{BB962C8B-B14F-4D97-AF65-F5344CB8AC3E}">
        <p14:creationId xmlns:p14="http://schemas.microsoft.com/office/powerpoint/2010/main" val="9786625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CA7B0-6959-03E2-12CE-85A54B47C657}"/>
              </a:ext>
            </a:extLst>
          </p:cNvPr>
          <p:cNvSpPr>
            <a:spLocks noGrp="1"/>
          </p:cNvSpPr>
          <p:nvPr>
            <p:ph type="title"/>
          </p:nvPr>
        </p:nvSpPr>
        <p:spPr/>
        <p:txBody>
          <a:bodyPr>
            <a:normAutofit fontScale="90000"/>
          </a:bodyPr>
          <a:lstStyle/>
          <a:p>
            <a:br>
              <a:rPr lang="en-IN" b="1" dirty="0">
                <a:solidFill>
                  <a:schemeClr val="accent1">
                    <a:lumMod val="60000"/>
                    <a:lumOff val="40000"/>
                  </a:schemeClr>
                </a:solidFill>
              </a:rPr>
            </a:br>
            <a:r>
              <a:rPr lang="en-IN" b="1" dirty="0">
                <a:solidFill>
                  <a:schemeClr val="accent1">
                    <a:lumMod val="60000"/>
                    <a:lumOff val="40000"/>
                  </a:schemeClr>
                </a:solidFill>
              </a:rPr>
              <a:t>6. Structure of a C Program</a:t>
            </a:r>
            <a:r>
              <a:rPr lang="en-IN" dirty="0"/>
              <a:t> </a:t>
            </a:r>
            <a:br>
              <a:rPr lang="en-IN" dirty="0"/>
            </a:br>
            <a:endParaRPr lang="en-IN" dirty="0"/>
          </a:p>
        </p:txBody>
      </p:sp>
      <p:pic>
        <p:nvPicPr>
          <p:cNvPr id="3" name="Picture 2" descr="Learn the Basic Structure of C Program in 7 Mins - DataFlair">
            <a:extLst>
              <a:ext uri="{FF2B5EF4-FFF2-40B4-BE49-F238E27FC236}">
                <a16:creationId xmlns:a16="http://schemas.microsoft.com/office/drawing/2014/main" id="{B63427F3-9B19-BA04-6650-40BBB1002CA3}"/>
              </a:ext>
            </a:extLst>
          </p:cNvPr>
          <p:cNvPicPr>
            <a:picLocks noChangeAspect="1"/>
          </p:cNvPicPr>
          <p:nvPr/>
        </p:nvPicPr>
        <p:blipFill>
          <a:blip r:embed="rId2"/>
          <a:stretch>
            <a:fillRect/>
          </a:stretch>
        </p:blipFill>
        <p:spPr>
          <a:xfrm>
            <a:off x="838200" y="1358153"/>
            <a:ext cx="10515600" cy="5257800"/>
          </a:xfrm>
          <a:prstGeom prst="rect">
            <a:avLst/>
          </a:prstGeom>
        </p:spPr>
      </p:pic>
    </p:spTree>
    <p:extLst>
      <p:ext uri="{BB962C8B-B14F-4D97-AF65-F5344CB8AC3E}">
        <p14:creationId xmlns:p14="http://schemas.microsoft.com/office/powerpoint/2010/main" val="28561982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135E2C0-EBD6-2706-BEC2-21AA5F7CD17C}"/>
              </a:ext>
            </a:extLst>
          </p:cNvPr>
          <p:cNvPicPr>
            <a:picLocks noChangeAspect="1"/>
          </p:cNvPicPr>
          <p:nvPr/>
        </p:nvPicPr>
        <p:blipFill>
          <a:blip r:embed="rId2"/>
          <a:stretch>
            <a:fillRect/>
          </a:stretch>
        </p:blipFill>
        <p:spPr>
          <a:xfrm>
            <a:off x="1237131" y="2232211"/>
            <a:ext cx="10219764" cy="3778623"/>
          </a:xfrm>
          <a:prstGeom prst="rect">
            <a:avLst/>
          </a:prstGeom>
        </p:spPr>
      </p:pic>
      <p:sp>
        <p:nvSpPr>
          <p:cNvPr id="2" name="Title 1">
            <a:extLst>
              <a:ext uri="{FF2B5EF4-FFF2-40B4-BE49-F238E27FC236}">
                <a16:creationId xmlns:a16="http://schemas.microsoft.com/office/drawing/2014/main" id="{48A39B8A-6304-9AEA-765C-FD914D748C11}"/>
              </a:ext>
            </a:extLst>
          </p:cNvPr>
          <p:cNvSpPr>
            <a:spLocks noGrp="1"/>
          </p:cNvSpPr>
          <p:nvPr>
            <p:ph type="title"/>
          </p:nvPr>
        </p:nvSpPr>
        <p:spPr/>
        <p:txBody>
          <a:bodyPr/>
          <a:lstStyle/>
          <a:p>
            <a:r>
              <a:rPr lang="en-IN" dirty="0"/>
              <a:t>Compiling and Execution process</a:t>
            </a:r>
            <a:br>
              <a:rPr lang="en-IN" dirty="0"/>
            </a:br>
            <a:endParaRPr lang="en-IN" dirty="0"/>
          </a:p>
        </p:txBody>
      </p:sp>
    </p:spTree>
    <p:extLst>
      <p:ext uri="{BB962C8B-B14F-4D97-AF65-F5344CB8AC3E}">
        <p14:creationId xmlns:p14="http://schemas.microsoft.com/office/powerpoint/2010/main" val="6470421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6106A8-026A-ED81-7B72-F018759C24C1}"/>
              </a:ext>
            </a:extLst>
          </p:cNvPr>
          <p:cNvSpPr>
            <a:spLocks noGrp="1"/>
          </p:cNvSpPr>
          <p:nvPr>
            <p:ph type="title"/>
          </p:nvPr>
        </p:nvSpPr>
        <p:spPr/>
        <p:txBody>
          <a:bodyPr/>
          <a:lstStyle/>
          <a:p>
            <a:r>
              <a:rPr lang="en-IN" b="1" dirty="0"/>
              <a:t>CHARACTER SET IN C</a:t>
            </a:r>
            <a:endParaRPr lang="en-IN" dirty="0"/>
          </a:p>
        </p:txBody>
      </p:sp>
      <p:sp>
        <p:nvSpPr>
          <p:cNvPr id="3" name="Content Placeholder 2">
            <a:extLst>
              <a:ext uri="{FF2B5EF4-FFF2-40B4-BE49-F238E27FC236}">
                <a16:creationId xmlns:a16="http://schemas.microsoft.com/office/drawing/2014/main" id="{91885470-A077-6A4F-42C5-392AB808C957}"/>
              </a:ext>
            </a:extLst>
          </p:cNvPr>
          <p:cNvSpPr>
            <a:spLocks noGrp="1"/>
          </p:cNvSpPr>
          <p:nvPr>
            <p:ph idx="1"/>
          </p:nvPr>
        </p:nvSpPr>
        <p:spPr>
          <a:xfrm>
            <a:off x="838200" y="1519518"/>
            <a:ext cx="10515600" cy="4657445"/>
          </a:xfrm>
        </p:spPr>
        <p:txBody>
          <a:bodyPr/>
          <a:lstStyle/>
          <a:p>
            <a:r>
              <a:rPr lang="en-IN" dirty="0"/>
              <a:t> English alphabet: Include both lower case (a - z) as well as upper case (A - Z) letters</a:t>
            </a:r>
          </a:p>
          <a:p>
            <a:r>
              <a:rPr lang="en-IN" dirty="0"/>
              <a:t>Digits: Include numerical digits from 0 to 9</a:t>
            </a:r>
          </a:p>
          <a:p>
            <a:r>
              <a:rPr lang="en-IN" dirty="0"/>
              <a:t>   Special characters: Include symbols such as ~, @, 응, ^,&amp;, *, {, }, &lt;. &gt;, =,_,+,-,$, /, (, ), \, ;,:,[, ],’,”,?,.,!,.</a:t>
            </a:r>
          </a:p>
          <a:p>
            <a:r>
              <a:rPr lang="en-IN" dirty="0"/>
              <a:t>White space characters: These characters are used to print a blank space on the screen</a:t>
            </a:r>
          </a:p>
          <a:p>
            <a:r>
              <a:rPr lang="en-IN" dirty="0"/>
              <a:t>Escape sequence: They include \\, \', \", \n, \a, \0, \?.</a:t>
            </a:r>
          </a:p>
          <a:p>
            <a:endParaRPr lang="en-IN" dirty="0"/>
          </a:p>
        </p:txBody>
      </p:sp>
    </p:spTree>
    <p:extLst>
      <p:ext uri="{BB962C8B-B14F-4D97-AF65-F5344CB8AC3E}">
        <p14:creationId xmlns:p14="http://schemas.microsoft.com/office/powerpoint/2010/main" val="6246861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539E3AE-806A-5984-50BB-F99A5744AD2F}"/>
              </a:ext>
            </a:extLst>
          </p:cNvPr>
          <p:cNvPicPr>
            <a:picLocks noChangeAspect="1"/>
          </p:cNvPicPr>
          <p:nvPr/>
        </p:nvPicPr>
        <p:blipFill>
          <a:blip r:embed="rId2"/>
          <a:stretch>
            <a:fillRect/>
          </a:stretch>
        </p:blipFill>
        <p:spPr>
          <a:xfrm>
            <a:off x="1936375" y="833718"/>
            <a:ext cx="8875059" cy="5163670"/>
          </a:xfrm>
          <a:prstGeom prst="rect">
            <a:avLst/>
          </a:prstGeom>
        </p:spPr>
      </p:pic>
    </p:spTree>
    <p:extLst>
      <p:ext uri="{BB962C8B-B14F-4D97-AF65-F5344CB8AC3E}">
        <p14:creationId xmlns:p14="http://schemas.microsoft.com/office/powerpoint/2010/main" val="22874358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75DFA-C05C-669A-E49C-EBA42FC6744A}"/>
              </a:ext>
            </a:extLst>
          </p:cNvPr>
          <p:cNvSpPr>
            <a:spLocks noGrp="1"/>
          </p:cNvSpPr>
          <p:nvPr>
            <p:ph type="title"/>
          </p:nvPr>
        </p:nvSpPr>
        <p:spPr>
          <a:xfrm>
            <a:off x="322729" y="365126"/>
            <a:ext cx="11282083" cy="1571250"/>
          </a:xfrm>
        </p:spPr>
        <p:txBody>
          <a:bodyPr>
            <a:normAutofit fontScale="90000"/>
          </a:bodyPr>
          <a:lstStyle/>
          <a:p>
            <a:pPr algn="ctr"/>
            <a:r>
              <a:rPr lang="en-IN" b="1" dirty="0"/>
              <a:t>C TOKENS</a:t>
            </a:r>
            <a:br>
              <a:rPr lang="en-IN" dirty="0"/>
            </a:br>
            <a:r>
              <a:rPr lang="en-IN" sz="2400" dirty="0" err="1"/>
              <a:t>Tokens</a:t>
            </a:r>
            <a:r>
              <a:rPr lang="en-IN" sz="2400" dirty="0"/>
              <a:t> are the basic building blocks in C language. You may think of a token as the smallest individual unit in a C program. This means that a program is constructed using a combination of these tokens. There are six main types of tokens in C. </a:t>
            </a:r>
            <a:br>
              <a:rPr lang="en-IN" sz="2400" dirty="0"/>
            </a:br>
            <a:endParaRPr lang="en-IN" sz="2400" dirty="0"/>
          </a:p>
        </p:txBody>
      </p:sp>
      <p:pic>
        <p:nvPicPr>
          <p:cNvPr id="4" name="Picture 3">
            <a:extLst>
              <a:ext uri="{FF2B5EF4-FFF2-40B4-BE49-F238E27FC236}">
                <a16:creationId xmlns:a16="http://schemas.microsoft.com/office/drawing/2014/main" id="{9EC403C6-3FE9-5D7E-FDFE-F8301A8E0608}"/>
              </a:ext>
            </a:extLst>
          </p:cNvPr>
          <p:cNvPicPr>
            <a:picLocks noChangeAspect="1"/>
          </p:cNvPicPr>
          <p:nvPr/>
        </p:nvPicPr>
        <p:blipFill>
          <a:blip r:embed="rId2"/>
          <a:stretch>
            <a:fillRect/>
          </a:stretch>
        </p:blipFill>
        <p:spPr>
          <a:xfrm>
            <a:off x="1815353" y="1819274"/>
            <a:ext cx="8283388" cy="4673599"/>
          </a:xfrm>
          <a:prstGeom prst="rect">
            <a:avLst/>
          </a:prstGeom>
        </p:spPr>
      </p:pic>
    </p:spTree>
    <p:extLst>
      <p:ext uri="{BB962C8B-B14F-4D97-AF65-F5344CB8AC3E}">
        <p14:creationId xmlns:p14="http://schemas.microsoft.com/office/powerpoint/2010/main" val="23814739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53D0166-9FE5-14D6-96A8-92AF1B7FFA1A}"/>
              </a:ext>
            </a:extLst>
          </p:cNvPr>
          <p:cNvSpPr txBox="1"/>
          <p:nvPr/>
        </p:nvSpPr>
        <p:spPr>
          <a:xfrm>
            <a:off x="887506" y="648752"/>
            <a:ext cx="9950823" cy="5858014"/>
          </a:xfrm>
          <a:prstGeom prst="rect">
            <a:avLst/>
          </a:prstGeom>
          <a:noFill/>
        </p:spPr>
        <p:txBody>
          <a:bodyPr wrap="square">
            <a:spAutoFit/>
          </a:bodyPr>
          <a:lstStyle/>
          <a:p>
            <a:pPr marL="0" marR="0" indent="0" algn="just">
              <a:spcBef>
                <a:spcPts val="750"/>
              </a:spcBef>
              <a:spcAft>
                <a:spcPts val="750"/>
              </a:spcAft>
              <a:buNone/>
            </a:pPr>
            <a:r>
              <a:rPr lang="en-IN" sz="3200" b="0" i="0" dirty="0">
                <a:solidFill>
                  <a:srgbClr val="FF0000"/>
                </a:solidFill>
                <a:effectLst/>
                <a:latin typeface="+mn-lt"/>
              </a:rPr>
              <a:t>Variables</a:t>
            </a:r>
          </a:p>
          <a:p>
            <a:pPr indent="0" algn="just">
              <a:buNone/>
            </a:pPr>
            <a:r>
              <a:rPr lang="en-IN" sz="2800" b="0" i="0" dirty="0">
                <a:solidFill>
                  <a:schemeClr val="tx1"/>
                </a:solidFill>
                <a:effectLst/>
                <a:latin typeface="+mn-lt"/>
              </a:rPr>
              <a:t>Variables are containers for storing data values, like numbers and characters.</a:t>
            </a:r>
          </a:p>
          <a:p>
            <a:pPr indent="0" algn="just">
              <a:buNone/>
            </a:pPr>
            <a:r>
              <a:rPr lang="en-IN" sz="2800" b="0" i="0" dirty="0">
                <a:solidFill>
                  <a:schemeClr val="tx1"/>
                </a:solidFill>
                <a:effectLst/>
                <a:latin typeface="+mn-lt"/>
              </a:rPr>
              <a:t>You can think of a variable as a named box where you keep a value that can be used later.</a:t>
            </a:r>
          </a:p>
          <a:p>
            <a:pPr indent="0" algn="just">
              <a:buNone/>
            </a:pPr>
            <a:r>
              <a:rPr lang="en-IN" sz="2800" b="0" i="0" dirty="0">
                <a:solidFill>
                  <a:schemeClr val="tx1"/>
                </a:solidFill>
                <a:effectLst/>
                <a:latin typeface="+mn-lt"/>
              </a:rPr>
              <a:t>In C, variables must have a specific </a:t>
            </a:r>
            <a:r>
              <a:rPr lang="en-IN" sz="2800" b="1" i="0" dirty="0">
                <a:solidFill>
                  <a:schemeClr val="tx1"/>
                </a:solidFill>
                <a:effectLst/>
                <a:latin typeface="+mn-lt"/>
              </a:rPr>
              <a:t>type</a:t>
            </a:r>
            <a:r>
              <a:rPr lang="en-IN" sz="2800" b="0" i="0" dirty="0">
                <a:solidFill>
                  <a:schemeClr val="tx1"/>
                </a:solidFill>
                <a:effectLst/>
                <a:latin typeface="+mn-lt"/>
              </a:rPr>
              <a:t>, which tells the program what kind of data the variable can store.</a:t>
            </a:r>
          </a:p>
          <a:p>
            <a:pPr marL="342900" lvl="0" indent="-342900" algn="just">
              <a:buFont typeface="Arial" panose="020B0604020202020204" pitchFamily="34" charset="0"/>
              <a:buChar char="•"/>
            </a:pPr>
            <a:r>
              <a:rPr lang="en-IN" sz="2800" b="0" i="0" dirty="0">
                <a:solidFill>
                  <a:schemeClr val="tx1"/>
                </a:solidFill>
                <a:effectLst/>
                <a:latin typeface="+mn-lt"/>
              </a:rPr>
              <a:t>int - stores whole numbers (integers), such as 123 or -123</a:t>
            </a:r>
          </a:p>
          <a:p>
            <a:pPr marL="342900" lvl="0" indent="-342900" algn="just">
              <a:buFont typeface="Arial" panose="020B0604020202020204" pitchFamily="34" charset="0"/>
              <a:buChar char="•"/>
            </a:pPr>
            <a:r>
              <a:rPr lang="en-IN" sz="2800" b="0" i="0" dirty="0">
                <a:solidFill>
                  <a:schemeClr val="tx1"/>
                </a:solidFill>
                <a:effectLst/>
                <a:latin typeface="+mn-lt"/>
              </a:rPr>
              <a:t>float - stores numbers with decimals, such as 19.99 or -19.99</a:t>
            </a:r>
          </a:p>
          <a:p>
            <a:pPr marL="342900" lvl="0" indent="-342900" algn="just">
              <a:buFont typeface="Arial" panose="020B0604020202020204" pitchFamily="34" charset="0"/>
              <a:buChar char="•"/>
            </a:pPr>
            <a:r>
              <a:rPr lang="en-IN" sz="2800" b="0" i="0" dirty="0">
                <a:solidFill>
                  <a:schemeClr val="tx1"/>
                </a:solidFill>
                <a:effectLst/>
                <a:latin typeface="+mn-lt"/>
              </a:rPr>
              <a:t>char - stores a single character, such as 'a' or 'B'. Characters are surrounded by </a:t>
            </a:r>
            <a:r>
              <a:rPr lang="en-IN" sz="2800" b="1" i="0" dirty="0">
                <a:solidFill>
                  <a:schemeClr val="tx1"/>
                </a:solidFill>
                <a:effectLst/>
                <a:latin typeface="+mn-lt"/>
              </a:rPr>
              <a:t>single quotes</a:t>
            </a:r>
            <a:endParaRPr lang="en-IN" sz="2800" b="0" i="0" dirty="0">
              <a:solidFill>
                <a:schemeClr val="tx1"/>
              </a:solidFill>
              <a:effectLst/>
              <a:latin typeface="+mn-lt"/>
            </a:endParaRPr>
          </a:p>
          <a:p>
            <a:pPr algn="just">
              <a:buNone/>
            </a:pPr>
            <a:br>
              <a:rPr lang="en-IN" sz="2800" dirty="0"/>
            </a:br>
            <a:endParaRPr lang="en-IN" sz="2800" dirty="0"/>
          </a:p>
        </p:txBody>
      </p:sp>
    </p:spTree>
    <p:extLst>
      <p:ext uri="{BB962C8B-B14F-4D97-AF65-F5344CB8AC3E}">
        <p14:creationId xmlns:p14="http://schemas.microsoft.com/office/powerpoint/2010/main" val="36533194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41C79-249D-B851-F24C-DB3142D4F6DB}"/>
              </a:ext>
            </a:extLst>
          </p:cNvPr>
          <p:cNvSpPr>
            <a:spLocks noGrp="1"/>
          </p:cNvSpPr>
          <p:nvPr>
            <p:ph type="title"/>
          </p:nvPr>
        </p:nvSpPr>
        <p:spPr/>
        <p:txBody>
          <a:bodyPr/>
          <a:lstStyle/>
          <a:p>
            <a:r>
              <a:rPr lang="en-IN" dirty="0"/>
              <a:t>Data Types</a:t>
            </a:r>
            <a:br>
              <a:rPr lang="en-IN" dirty="0"/>
            </a:br>
            <a:endParaRPr lang="en-IN" dirty="0"/>
          </a:p>
        </p:txBody>
      </p:sp>
      <p:graphicFrame>
        <p:nvGraphicFramePr>
          <p:cNvPr id="7" name="Table 6">
            <a:extLst>
              <a:ext uri="{FF2B5EF4-FFF2-40B4-BE49-F238E27FC236}">
                <a16:creationId xmlns:a16="http://schemas.microsoft.com/office/drawing/2014/main" id="{F23D9DD5-E0E5-0457-3111-2244E1AC5A2E}"/>
              </a:ext>
            </a:extLst>
          </p:cNvPr>
          <p:cNvGraphicFramePr>
            <a:graphicFrameLocks noGrp="1"/>
          </p:cNvGraphicFramePr>
          <p:nvPr>
            <p:extLst>
              <p:ext uri="{D42A27DB-BD31-4B8C-83A1-F6EECF244321}">
                <p14:modId xmlns:p14="http://schemas.microsoft.com/office/powerpoint/2010/main" val="3119419572"/>
              </p:ext>
            </p:extLst>
          </p:nvPr>
        </p:nvGraphicFramePr>
        <p:xfrm>
          <a:off x="838201" y="1183341"/>
          <a:ext cx="10309410" cy="4880628"/>
        </p:xfrm>
        <a:graphic>
          <a:graphicData uri="http://schemas.openxmlformats.org/drawingml/2006/table">
            <a:tbl>
              <a:tblPr>
                <a:tableStyleId>{5C22544A-7EE6-4342-B048-85BDC9FD1C3A}</a:tableStyleId>
              </a:tblPr>
              <a:tblGrid>
                <a:gridCol w="1546316">
                  <a:extLst>
                    <a:ext uri="{9D8B030D-6E8A-4147-A177-3AD203B41FA5}">
                      <a16:colId xmlns:a16="http://schemas.microsoft.com/office/drawing/2014/main" val="2083987185"/>
                    </a:ext>
                  </a:extLst>
                </a:gridCol>
                <a:gridCol w="1546316">
                  <a:extLst>
                    <a:ext uri="{9D8B030D-6E8A-4147-A177-3AD203B41FA5}">
                      <a16:colId xmlns:a16="http://schemas.microsoft.com/office/drawing/2014/main" val="3592162809"/>
                    </a:ext>
                  </a:extLst>
                </a:gridCol>
                <a:gridCol w="6185779">
                  <a:extLst>
                    <a:ext uri="{9D8B030D-6E8A-4147-A177-3AD203B41FA5}">
                      <a16:colId xmlns:a16="http://schemas.microsoft.com/office/drawing/2014/main" val="1817201562"/>
                    </a:ext>
                  </a:extLst>
                </a:gridCol>
                <a:gridCol w="1030999">
                  <a:extLst>
                    <a:ext uri="{9D8B030D-6E8A-4147-A177-3AD203B41FA5}">
                      <a16:colId xmlns:a16="http://schemas.microsoft.com/office/drawing/2014/main" val="1283912721"/>
                    </a:ext>
                  </a:extLst>
                </a:gridCol>
              </a:tblGrid>
              <a:tr h="819616">
                <a:tc>
                  <a:txBody>
                    <a:bodyPr/>
                    <a:lstStyle/>
                    <a:p>
                      <a:pPr marL="0" marR="0" algn="l" fontAlgn="t">
                        <a:spcBef>
                          <a:spcPts val="1500"/>
                        </a:spcBef>
                        <a:spcAft>
                          <a:spcPts val="1500"/>
                        </a:spcAft>
                        <a:buNone/>
                      </a:pPr>
                      <a:r>
                        <a:rPr lang="en-IN" dirty="0">
                          <a:effectLst/>
                        </a:rPr>
                        <a:t>Data Type</a:t>
                      </a:r>
                    </a:p>
                  </a:txBody>
                  <a:tcPr marL="121920" marR="60960" marT="60960" marB="60960"/>
                </a:tc>
                <a:tc>
                  <a:txBody>
                    <a:bodyPr/>
                    <a:lstStyle/>
                    <a:p>
                      <a:pPr marL="0" marR="0" algn="l" fontAlgn="t">
                        <a:spcBef>
                          <a:spcPts val="1500"/>
                        </a:spcBef>
                        <a:spcAft>
                          <a:spcPts val="1500"/>
                        </a:spcAft>
                        <a:buNone/>
                      </a:pPr>
                      <a:r>
                        <a:rPr lang="en-IN">
                          <a:effectLst/>
                        </a:rPr>
                        <a:t>Size</a:t>
                      </a:r>
                    </a:p>
                  </a:txBody>
                  <a:tcPr marL="60960" marR="60960" marT="60960" marB="60960"/>
                </a:tc>
                <a:tc>
                  <a:txBody>
                    <a:bodyPr/>
                    <a:lstStyle/>
                    <a:p>
                      <a:pPr marL="0" marR="0" algn="l" fontAlgn="t">
                        <a:spcBef>
                          <a:spcPts val="1500"/>
                        </a:spcBef>
                        <a:spcAft>
                          <a:spcPts val="1500"/>
                        </a:spcAft>
                        <a:buNone/>
                      </a:pPr>
                      <a:r>
                        <a:rPr lang="en-IN" dirty="0">
                          <a:effectLst/>
                        </a:rPr>
                        <a:t>Description</a:t>
                      </a:r>
                    </a:p>
                  </a:txBody>
                  <a:tcPr marL="60960" marR="60960" marT="60960" marB="60960"/>
                </a:tc>
                <a:tc>
                  <a:txBody>
                    <a:bodyPr/>
                    <a:lstStyle/>
                    <a:p>
                      <a:pPr marL="0" marR="0" algn="l" fontAlgn="t">
                        <a:spcBef>
                          <a:spcPts val="1500"/>
                        </a:spcBef>
                        <a:spcAft>
                          <a:spcPts val="1500"/>
                        </a:spcAft>
                        <a:buNone/>
                      </a:pPr>
                      <a:r>
                        <a:rPr lang="en-IN">
                          <a:effectLst/>
                        </a:rPr>
                        <a:t>Example</a:t>
                      </a:r>
                    </a:p>
                  </a:txBody>
                  <a:tcPr marL="60960" marR="60960" marT="60960" marB="60960"/>
                </a:tc>
                <a:extLst>
                  <a:ext uri="{0D108BD9-81ED-4DB2-BD59-A6C34878D82A}">
                    <a16:rowId xmlns:a16="http://schemas.microsoft.com/office/drawing/2014/main" val="1513473039"/>
                  </a:ext>
                </a:extLst>
              </a:tr>
              <a:tr h="819616">
                <a:tc>
                  <a:txBody>
                    <a:bodyPr/>
                    <a:lstStyle/>
                    <a:p>
                      <a:pPr marL="0" marR="0" algn="l" fontAlgn="t">
                        <a:spcBef>
                          <a:spcPts val="1500"/>
                        </a:spcBef>
                        <a:spcAft>
                          <a:spcPts val="1500"/>
                        </a:spcAft>
                        <a:buNone/>
                      </a:pPr>
                      <a:r>
                        <a:rPr lang="en-IN" sz="2400" dirty="0">
                          <a:effectLst/>
                        </a:rPr>
                        <a:t>int</a:t>
                      </a:r>
                    </a:p>
                  </a:txBody>
                  <a:tcPr marL="121920" marR="60960" marT="60960" marB="60960"/>
                </a:tc>
                <a:tc>
                  <a:txBody>
                    <a:bodyPr/>
                    <a:lstStyle/>
                    <a:p>
                      <a:pPr marL="0" marR="0" algn="l" fontAlgn="t">
                        <a:spcBef>
                          <a:spcPts val="1500"/>
                        </a:spcBef>
                        <a:spcAft>
                          <a:spcPts val="1500"/>
                        </a:spcAft>
                        <a:buNone/>
                      </a:pPr>
                      <a:r>
                        <a:rPr lang="en-IN">
                          <a:effectLst/>
                        </a:rPr>
                        <a:t>2 or 4 bytes</a:t>
                      </a:r>
                    </a:p>
                  </a:txBody>
                  <a:tcPr marL="60960" marR="60960" marT="60960" marB="60960"/>
                </a:tc>
                <a:tc>
                  <a:txBody>
                    <a:bodyPr/>
                    <a:lstStyle/>
                    <a:p>
                      <a:pPr marL="0" marR="0" algn="l" fontAlgn="t">
                        <a:spcBef>
                          <a:spcPts val="1500"/>
                        </a:spcBef>
                        <a:spcAft>
                          <a:spcPts val="1500"/>
                        </a:spcAft>
                        <a:buNone/>
                      </a:pPr>
                      <a:r>
                        <a:rPr lang="en-IN">
                          <a:effectLst/>
                        </a:rPr>
                        <a:t>Stores whole numbers, without decimals</a:t>
                      </a:r>
                    </a:p>
                  </a:txBody>
                  <a:tcPr marL="60960" marR="60960" marT="60960" marB="60960"/>
                </a:tc>
                <a:tc>
                  <a:txBody>
                    <a:bodyPr/>
                    <a:lstStyle/>
                    <a:p>
                      <a:pPr marL="0" marR="0" algn="l" fontAlgn="t">
                        <a:spcBef>
                          <a:spcPts val="1500"/>
                        </a:spcBef>
                        <a:spcAft>
                          <a:spcPts val="1500"/>
                        </a:spcAft>
                        <a:buNone/>
                      </a:pPr>
                      <a:r>
                        <a:rPr lang="en-IN" sz="1200">
                          <a:effectLst/>
                        </a:rPr>
                        <a:t>1</a:t>
                      </a:r>
                      <a:endParaRPr lang="en-IN">
                        <a:effectLst/>
                      </a:endParaRPr>
                    </a:p>
                  </a:txBody>
                  <a:tcPr marL="60960" marR="60960" marT="60960" marB="60960"/>
                </a:tc>
                <a:extLst>
                  <a:ext uri="{0D108BD9-81ED-4DB2-BD59-A6C34878D82A}">
                    <a16:rowId xmlns:a16="http://schemas.microsoft.com/office/drawing/2014/main" val="1763847363"/>
                  </a:ext>
                </a:extLst>
              </a:tr>
              <a:tr h="1154913">
                <a:tc>
                  <a:txBody>
                    <a:bodyPr/>
                    <a:lstStyle/>
                    <a:p>
                      <a:pPr marL="0" marR="0" algn="l" fontAlgn="t">
                        <a:spcBef>
                          <a:spcPts val="1500"/>
                        </a:spcBef>
                        <a:spcAft>
                          <a:spcPts val="1500"/>
                        </a:spcAft>
                        <a:buNone/>
                      </a:pPr>
                      <a:r>
                        <a:rPr lang="en-IN" sz="2400" dirty="0">
                          <a:effectLst/>
                        </a:rPr>
                        <a:t>float</a:t>
                      </a:r>
                    </a:p>
                  </a:txBody>
                  <a:tcPr marL="121920" marR="60960" marT="60960" marB="60960"/>
                </a:tc>
                <a:tc>
                  <a:txBody>
                    <a:bodyPr/>
                    <a:lstStyle/>
                    <a:p>
                      <a:pPr marL="0" marR="0" algn="l" fontAlgn="t">
                        <a:spcBef>
                          <a:spcPts val="1500"/>
                        </a:spcBef>
                        <a:spcAft>
                          <a:spcPts val="1500"/>
                        </a:spcAft>
                        <a:buNone/>
                      </a:pPr>
                      <a:r>
                        <a:rPr lang="en-IN">
                          <a:effectLst/>
                        </a:rPr>
                        <a:t>4 bytes</a:t>
                      </a:r>
                    </a:p>
                  </a:txBody>
                  <a:tcPr marL="60960" marR="60960" marT="60960" marB="60960"/>
                </a:tc>
                <a:tc>
                  <a:txBody>
                    <a:bodyPr/>
                    <a:lstStyle/>
                    <a:p>
                      <a:pPr marL="0" marR="0" algn="l" fontAlgn="t">
                        <a:spcBef>
                          <a:spcPts val="1500"/>
                        </a:spcBef>
                        <a:spcAft>
                          <a:spcPts val="1500"/>
                        </a:spcAft>
                        <a:buNone/>
                      </a:pPr>
                      <a:r>
                        <a:rPr lang="en-IN">
                          <a:effectLst/>
                        </a:rPr>
                        <a:t>Stores fractional numbers, containing one or more decimals. Sufficient for storing 6-7 decimal digits</a:t>
                      </a:r>
                    </a:p>
                  </a:txBody>
                  <a:tcPr marL="60960" marR="60960" marT="60960" marB="60960"/>
                </a:tc>
                <a:tc>
                  <a:txBody>
                    <a:bodyPr/>
                    <a:lstStyle/>
                    <a:p>
                      <a:pPr marL="0" marR="0" algn="l" fontAlgn="t">
                        <a:spcBef>
                          <a:spcPts val="1500"/>
                        </a:spcBef>
                        <a:spcAft>
                          <a:spcPts val="1500"/>
                        </a:spcAft>
                        <a:buNone/>
                      </a:pPr>
                      <a:r>
                        <a:rPr lang="en-IN" sz="1200">
                          <a:effectLst/>
                        </a:rPr>
                        <a:t>1.99</a:t>
                      </a:r>
                      <a:endParaRPr lang="en-IN">
                        <a:effectLst/>
                      </a:endParaRPr>
                    </a:p>
                  </a:txBody>
                  <a:tcPr marL="60960" marR="60960" marT="60960" marB="60960"/>
                </a:tc>
                <a:extLst>
                  <a:ext uri="{0D108BD9-81ED-4DB2-BD59-A6C34878D82A}">
                    <a16:rowId xmlns:a16="http://schemas.microsoft.com/office/drawing/2014/main" val="1369134285"/>
                  </a:ext>
                </a:extLst>
              </a:tr>
              <a:tr h="1266867">
                <a:tc>
                  <a:txBody>
                    <a:bodyPr/>
                    <a:lstStyle/>
                    <a:p>
                      <a:pPr marL="0" marR="0" algn="l" fontAlgn="t">
                        <a:spcBef>
                          <a:spcPts val="1500"/>
                        </a:spcBef>
                        <a:spcAft>
                          <a:spcPts val="1500"/>
                        </a:spcAft>
                        <a:buNone/>
                      </a:pPr>
                      <a:r>
                        <a:rPr lang="en-IN" sz="2400" dirty="0">
                          <a:effectLst/>
                        </a:rPr>
                        <a:t>double</a:t>
                      </a:r>
                    </a:p>
                  </a:txBody>
                  <a:tcPr marL="121920" marR="60960" marT="60960" marB="60960"/>
                </a:tc>
                <a:tc>
                  <a:txBody>
                    <a:bodyPr/>
                    <a:lstStyle/>
                    <a:p>
                      <a:pPr marL="0" marR="0" algn="l" fontAlgn="t">
                        <a:spcBef>
                          <a:spcPts val="1500"/>
                        </a:spcBef>
                        <a:spcAft>
                          <a:spcPts val="1500"/>
                        </a:spcAft>
                        <a:buNone/>
                      </a:pPr>
                      <a:r>
                        <a:rPr lang="en-IN">
                          <a:effectLst/>
                        </a:rPr>
                        <a:t>8 bytes</a:t>
                      </a:r>
                    </a:p>
                  </a:txBody>
                  <a:tcPr marL="60960" marR="60960" marT="60960" marB="60960"/>
                </a:tc>
                <a:tc>
                  <a:txBody>
                    <a:bodyPr/>
                    <a:lstStyle/>
                    <a:p>
                      <a:pPr marL="0" marR="0" algn="l" fontAlgn="t">
                        <a:spcBef>
                          <a:spcPts val="1500"/>
                        </a:spcBef>
                        <a:spcAft>
                          <a:spcPts val="1500"/>
                        </a:spcAft>
                        <a:buNone/>
                      </a:pPr>
                      <a:r>
                        <a:rPr lang="en-IN">
                          <a:effectLst/>
                        </a:rPr>
                        <a:t>Stores fractional numbers, containing one or more decimals. Sufficient for storing 15 decimal digits</a:t>
                      </a:r>
                    </a:p>
                  </a:txBody>
                  <a:tcPr marL="60960" marR="60960" marT="60960" marB="60960"/>
                </a:tc>
                <a:tc>
                  <a:txBody>
                    <a:bodyPr/>
                    <a:lstStyle/>
                    <a:p>
                      <a:pPr marL="0" marR="0" algn="l" fontAlgn="t">
                        <a:spcBef>
                          <a:spcPts val="1500"/>
                        </a:spcBef>
                        <a:spcAft>
                          <a:spcPts val="1500"/>
                        </a:spcAft>
                        <a:buNone/>
                      </a:pPr>
                      <a:r>
                        <a:rPr lang="en-IN" sz="1200">
                          <a:effectLst/>
                        </a:rPr>
                        <a:t>1.99</a:t>
                      </a:r>
                      <a:endParaRPr lang="en-IN">
                        <a:effectLst/>
                      </a:endParaRPr>
                    </a:p>
                  </a:txBody>
                  <a:tcPr marL="60960" marR="60960" marT="60960" marB="60960"/>
                </a:tc>
                <a:extLst>
                  <a:ext uri="{0D108BD9-81ED-4DB2-BD59-A6C34878D82A}">
                    <a16:rowId xmlns:a16="http://schemas.microsoft.com/office/drawing/2014/main" val="4037130237"/>
                  </a:ext>
                </a:extLst>
              </a:tr>
              <a:tr h="819616">
                <a:tc>
                  <a:txBody>
                    <a:bodyPr/>
                    <a:lstStyle/>
                    <a:p>
                      <a:pPr marL="0" marR="0" algn="l" fontAlgn="t">
                        <a:spcBef>
                          <a:spcPts val="1500"/>
                        </a:spcBef>
                        <a:spcAft>
                          <a:spcPts val="1500"/>
                        </a:spcAft>
                        <a:buNone/>
                      </a:pPr>
                      <a:r>
                        <a:rPr lang="en-IN" sz="2400" dirty="0">
                          <a:effectLst/>
                        </a:rPr>
                        <a:t>char</a:t>
                      </a:r>
                    </a:p>
                  </a:txBody>
                  <a:tcPr marL="121920" marR="60960" marT="60960" marB="60960"/>
                </a:tc>
                <a:tc>
                  <a:txBody>
                    <a:bodyPr/>
                    <a:lstStyle/>
                    <a:p>
                      <a:pPr marL="0" marR="0" algn="l" fontAlgn="t">
                        <a:spcBef>
                          <a:spcPts val="1500"/>
                        </a:spcBef>
                        <a:spcAft>
                          <a:spcPts val="1500"/>
                        </a:spcAft>
                        <a:buNone/>
                      </a:pPr>
                      <a:r>
                        <a:rPr lang="en-IN">
                          <a:effectLst/>
                        </a:rPr>
                        <a:t>1 byte</a:t>
                      </a:r>
                    </a:p>
                  </a:txBody>
                  <a:tcPr marL="60960" marR="60960" marT="60960" marB="60960"/>
                </a:tc>
                <a:tc>
                  <a:txBody>
                    <a:bodyPr/>
                    <a:lstStyle/>
                    <a:p>
                      <a:pPr marL="0" marR="0" algn="l" fontAlgn="t">
                        <a:spcBef>
                          <a:spcPts val="1500"/>
                        </a:spcBef>
                        <a:spcAft>
                          <a:spcPts val="1500"/>
                        </a:spcAft>
                        <a:buNone/>
                      </a:pPr>
                      <a:r>
                        <a:rPr lang="en-IN" dirty="0">
                          <a:effectLst/>
                        </a:rPr>
                        <a:t>Stores a single character/letter/number, or ASCII values</a:t>
                      </a:r>
                    </a:p>
                  </a:txBody>
                  <a:tcPr marL="60960" marR="60960" marT="60960" marB="60960"/>
                </a:tc>
                <a:tc>
                  <a:txBody>
                    <a:bodyPr/>
                    <a:lstStyle/>
                    <a:p>
                      <a:pPr marL="0" marR="0" algn="l" fontAlgn="t">
                        <a:spcBef>
                          <a:spcPts val="1500"/>
                        </a:spcBef>
                        <a:spcAft>
                          <a:spcPts val="1500"/>
                        </a:spcAft>
                        <a:buNone/>
                      </a:pPr>
                      <a:r>
                        <a:rPr lang="en-IN" sz="1200" dirty="0">
                          <a:effectLst/>
                        </a:rPr>
                        <a:t>'A'</a:t>
                      </a:r>
                      <a:endParaRPr lang="en-IN" dirty="0">
                        <a:effectLst/>
                      </a:endParaRPr>
                    </a:p>
                  </a:txBody>
                  <a:tcPr marL="60960" marR="60960" marT="60960" marB="60960"/>
                </a:tc>
                <a:extLst>
                  <a:ext uri="{0D108BD9-81ED-4DB2-BD59-A6C34878D82A}">
                    <a16:rowId xmlns:a16="http://schemas.microsoft.com/office/drawing/2014/main" val="430101112"/>
                  </a:ext>
                </a:extLst>
              </a:tr>
            </a:tbl>
          </a:graphicData>
        </a:graphic>
      </p:graphicFrame>
    </p:spTree>
    <p:extLst>
      <p:ext uri="{BB962C8B-B14F-4D97-AF65-F5344CB8AC3E}">
        <p14:creationId xmlns:p14="http://schemas.microsoft.com/office/powerpoint/2010/main" val="22183348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126</TotalTime>
  <Words>1057</Words>
  <Application>Microsoft Office PowerPoint</Application>
  <PresentationFormat>Widescreen</PresentationFormat>
  <Paragraphs>134</Paragraphs>
  <Slides>26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Aptos</vt:lpstr>
      <vt:lpstr>Aptos Display</vt:lpstr>
      <vt:lpstr>Arial</vt:lpstr>
      <vt:lpstr>Google Sans</vt:lpstr>
      <vt:lpstr>Nunito</vt:lpstr>
      <vt:lpstr>Symbol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Computer Software  </vt:lpstr>
      <vt:lpstr>PowerPoint Presentation</vt:lpstr>
      <vt:lpstr>PowerPoint Presentation</vt:lpstr>
      <vt:lpstr>Problem Solving Technique: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6. Structure of a C Program  </vt:lpstr>
      <vt:lpstr>Compiling and Execution process </vt:lpstr>
      <vt:lpstr>CHARACTER SET IN C</vt:lpstr>
      <vt:lpstr>PowerPoint Presentation</vt:lpstr>
      <vt:lpstr>C TOKENS Tokens are the basic building blocks in C language. You may think of a token as the smallest individual unit in a C program. This means that a program is constructed using a combination of these tokens. There are six main types of tokens in C.  </vt:lpstr>
      <vt:lpstr>PowerPoint Presentation</vt:lpstr>
      <vt:lpstr>Data Types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Suganya Sri</dc:creator>
  <cp:lastModifiedBy>Suganya Sri</cp:lastModifiedBy>
  <cp:revision>1</cp:revision>
  <dcterms:created xsi:type="dcterms:W3CDTF">2026-09-21T12:58:05Z</dcterms:created>
  <dcterms:modified xsi:type="dcterms:W3CDTF">2026-09-22T06:53:22Z</dcterms:modified>
</cp:coreProperties>
</file>